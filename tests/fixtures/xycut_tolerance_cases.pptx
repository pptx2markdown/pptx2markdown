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6cd8699e434109" /><Relationship Type="http://schemas.openxmlformats.org/officeDocument/2006/relationships/extended-properties" Target="/docProps/app.xml" Id="R7e980ecc1b3f4e4c" /><Relationship Type="http://schemas.openxmlformats.org/officeDocument/2006/relationships/officeDocument" Target="/ppt/presentation.xml" Id="Rd418e0d2cecb4d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b1dba064bb423d"/>
  </p:sldMasterIdLst>
  <p:notesMasterIdLst>
    <p:notesMasterId xmlns:r="http://schemas.openxmlformats.org/officeDocument/2006/relationships" r:id="Rdefb4177dbef4529"/>
  </p:notesMasterIdLst>
  <p:sldIdLst>
    <p:sldId xmlns:r="http://schemas.openxmlformats.org/officeDocument/2006/relationships" id="256" r:id="R8b60168d2ae54419"/>
    <p:sldId xmlns:r="http://schemas.openxmlformats.org/officeDocument/2006/relationships" id="257" r:id="R6d2c4dfc05ec4782"/>
    <p:sldId xmlns:r="http://schemas.openxmlformats.org/officeDocument/2006/relationships" id="258" r:id="Rda78569a47564a0f"/>
    <p:sldId xmlns:r="http://schemas.openxmlformats.org/officeDocument/2006/relationships" id="259" r:id="R655ea44b40b64217"/>
    <p:sldId xmlns:r="http://schemas.openxmlformats.org/officeDocument/2006/relationships" id="260" r:id="R97087498bb4e41c7"/>
    <p:sldId xmlns:r="http://schemas.openxmlformats.org/officeDocument/2006/relationships" id="261" r:id="R9f6e104a0e8c4d3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cf0d6277b841a6" /><Relationship Type="http://schemas.openxmlformats.org/officeDocument/2006/relationships/slideMaster" Target="/ppt/slideMasters/slideMaster1.xml" Id="R35b1dba064bb423d" /><Relationship Type="http://schemas.openxmlformats.org/officeDocument/2006/relationships/notesMaster" Target="/ppt/notesMasters/notesMaster1.xml" Id="Rdefb4177dbef4529" /><Relationship Type="http://schemas.openxmlformats.org/officeDocument/2006/relationships/presProps" Target="/ppt/presProps.xml" Id="R8d1e2c88855f478b" /><Relationship Type="http://schemas.openxmlformats.org/officeDocument/2006/relationships/tableStyles" Target="/ppt/tableStyles.xml" Id="Ra375a6001dd64945" /><Relationship Type="http://schemas.openxmlformats.org/officeDocument/2006/relationships/slide" Target="/ppt/slides/slide1.xml" Id="R8b60168d2ae54419" /><Relationship Type="http://schemas.openxmlformats.org/officeDocument/2006/relationships/slide" Target="/ppt/slides/slide2.xml" Id="R6d2c4dfc05ec4782" /><Relationship Type="http://schemas.openxmlformats.org/officeDocument/2006/relationships/slide" Target="/ppt/slides/slide3.xml" Id="Rda78569a47564a0f" /><Relationship Type="http://schemas.openxmlformats.org/officeDocument/2006/relationships/slide" Target="/ppt/slides/slide4.xml" Id="R655ea44b40b64217" /><Relationship Type="http://schemas.openxmlformats.org/officeDocument/2006/relationships/slide" Target="/ppt/slides/slide5.xml" Id="R97087498bb4e41c7" /><Relationship Type="http://schemas.openxmlformats.org/officeDocument/2006/relationships/slide" Target="/ppt/slides/slide6.xml" Id="R9f6e104a0e8c4d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b1410cad2040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74179f8d7d40ca" /><Relationship Type="http://schemas.openxmlformats.org/officeDocument/2006/relationships/notesMaster" Target="/ppt/notesMasters/notesMaster1.xml" Id="R348c09c0861744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2844f89ca346c0" /><Relationship Type="http://schemas.openxmlformats.org/officeDocument/2006/relationships/notesMaster" Target="/ppt/notesMasters/notesMaster1.xml" Id="R2808221da01c4e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ef3c0662344428" /><Relationship Type="http://schemas.openxmlformats.org/officeDocument/2006/relationships/notesMaster" Target="/ppt/notesMasters/notesMaster1.xml" Id="Rfe2a2d4862da41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2336f5cd0e4c94" /><Relationship Type="http://schemas.openxmlformats.org/officeDocument/2006/relationships/notesMaster" Target="/ppt/notesMasters/notesMaster1.xml" Id="R6295eddea64045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d6b34973dc42e1" /><Relationship Type="http://schemas.openxmlformats.org/officeDocument/2006/relationships/notesMaster" Target="/ppt/notesMasters/notesMaster1.xml" Id="Rc40de8323bdb47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a4c71157eb452f" /><Relationship Type="http://schemas.openxmlformats.org/officeDocument/2006/relationships/notesMaster" Target="/ppt/notesMasters/notesMaster1.xml" Id="Rd6241bd0cb8145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0a59b5d54d44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8dfceb03474896" /><Relationship Type="http://schemas.openxmlformats.org/officeDocument/2006/relationships/slideLayout" Target="/ppt/slideLayouts/slideLayout1.xml" Id="Rc740839072464a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40839072464a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0938dfd1f4777" /><Relationship Type="http://schemas.openxmlformats.org/officeDocument/2006/relationships/notesSlide" Target="/ppt/notesSlides/notesSlide1.xml" Id="R7ff9a996f49643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f1d78be4d4e5b" /><Relationship Type="http://schemas.openxmlformats.org/officeDocument/2006/relationships/notesSlide" Target="/ppt/notesSlides/notesSlide2.xml" Id="R61f4f57ab8c343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ebd9f8cb74c21" /><Relationship Type="http://schemas.openxmlformats.org/officeDocument/2006/relationships/notesSlide" Target="/ppt/notesSlides/notesSlide3.xml" Id="R4b2f6b2a869a4c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0df6c6db44d06" /><Relationship Type="http://schemas.openxmlformats.org/officeDocument/2006/relationships/notesSlide" Target="/ppt/notesSlides/notesSlide4.xml" Id="Rde984449470c4b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fdd265abc44b99" /><Relationship Type="http://schemas.openxmlformats.org/officeDocument/2006/relationships/notesSlide" Target="/ppt/notesSlides/notesSlide5.xml" Id="R713a4d354bcf4a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19fe6ab4444b0" /><Relationship Type="http://schemas.openxmlformats.org/officeDocument/2006/relationships/notesSlide" Target="/ppt/notesSlides/notesSlide6.xml" Id="R764b6270dd484a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SE-TITLE">
            <a:extLst xmlns:a="http://schemas.openxmlformats.org/drawingml/2006/main">
              <a:ext uri="{FF2B5EF4-FFF2-40B4-BE49-F238E27FC236}">
                <a16:creationId xmlns:a16="http://schemas.microsoft.com/office/drawing/2014/main" id="{30B9E5F1-B63D-4BD3-863D-3AF1B47D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CASE 1 — same row, 3 px y jitter</a:t>
            </a:r>
          </a:p>
        </p:txBody>
      </p:sp>
      <p:sp>
        <p:nvSpPr>
          <p:cNvPr id="2" name="C1-LEFT">
            <a:extLst xmlns:a="http://schemas.openxmlformats.org/drawingml/2006/main">
              <a:ext uri="{FF2B5EF4-FFF2-40B4-BE49-F238E27FC236}">
                <a16:creationId xmlns:a16="http://schemas.microsoft.com/office/drawing/2014/main" id="{10A09CDA-23BD-433E-9CAB-D337A390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4000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C1 LEFT — y=240</a:t>
            </a:r>
          </a:p>
        </p:txBody>
      </p:sp>
      <p:sp>
        <p:nvSpPr>
          <p:cNvPr id="3" name="C1-RIGHT">
            <a:extLst xmlns:a="http://schemas.openxmlformats.org/drawingml/2006/main">
              <a:ext uri="{FF2B5EF4-FFF2-40B4-BE49-F238E27FC236}">
                <a16:creationId xmlns:a16="http://schemas.microsoft.com/office/drawing/2014/main" id="{546BC74A-32BA-4C9E-9904-6AEA355F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14575"/>
            <a:ext cx="4000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C1 RIGHT — y=243</a:t>
            </a:r>
          </a:p>
        </p:txBody>
      </p:sp>
    </p:spTree>
    <p:extLst>
      <p:ext uri="{BB962C8B-B14F-4D97-AF65-F5344CB8AC3E}">
        <p14:creationId xmlns:p14="http://schemas.microsoft.com/office/powerpoint/2010/main" val="11761216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SE-TITLE">
            <a:extLst xmlns:a="http://schemas.openxmlformats.org/drawingml/2006/main">
              <a:ext uri="{FF2B5EF4-FFF2-40B4-BE49-F238E27FC236}">
                <a16:creationId xmlns:a16="http://schemas.microsoft.com/office/drawing/2014/main" id="{A73C8705-F163-496C-B55F-A61B87FC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CASE 2 — same column, 1–3 px x jitter</a:t>
            </a:r>
          </a:p>
        </p:txBody>
      </p:sp>
      <p:sp>
        <p:nvSpPr>
          <p:cNvPr id="2" name="C2-TOP">
            <a:extLst xmlns:a="http://schemas.openxmlformats.org/drawingml/2006/main">
              <a:ext uri="{FF2B5EF4-FFF2-40B4-BE49-F238E27FC236}">
                <a16:creationId xmlns:a16="http://schemas.microsoft.com/office/drawing/2014/main" id="{5D482D12-4798-443D-B987-286C5A3E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09750"/>
            <a:ext cx="4000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C2 TOP — x=400</a:t>
            </a:r>
          </a:p>
        </p:txBody>
      </p:sp>
      <p:sp>
        <p:nvSpPr>
          <p:cNvPr id="3" name="C2-MIDDLE">
            <a:extLst xmlns:a="http://schemas.openxmlformats.org/drawingml/2006/main">
              <a:ext uri="{FF2B5EF4-FFF2-40B4-BE49-F238E27FC236}">
                <a16:creationId xmlns:a16="http://schemas.microsoft.com/office/drawing/2014/main" id="{72A94C87-B732-450D-9ADD-081CDADC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143250"/>
            <a:ext cx="4000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C2 MIDDLE — x=403</a:t>
            </a:r>
          </a:p>
        </p:txBody>
      </p:sp>
      <p:sp>
        <p:nvSpPr>
          <p:cNvPr id="4" name="C2-BOTTOM">
            <a:extLst xmlns:a="http://schemas.openxmlformats.org/drawingml/2006/main">
              <a:ext uri="{FF2B5EF4-FFF2-40B4-BE49-F238E27FC236}">
                <a16:creationId xmlns:a16="http://schemas.microsoft.com/office/drawing/2014/main" id="{45CD0262-4951-4B40-BD0C-C34BD268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476750"/>
            <a:ext cx="4000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C2 BOTTOM — x=401</a:t>
            </a:r>
          </a:p>
        </p:txBody>
      </p:sp>
    </p:spTree>
    <p:extLst>
      <p:ext uri="{BB962C8B-B14F-4D97-AF65-F5344CB8AC3E}">
        <p14:creationId xmlns:p14="http://schemas.microsoft.com/office/powerpoint/2010/main" val="20029647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SE-TITLE">
            <a:extLst xmlns:a="http://schemas.openxmlformats.org/drawingml/2006/main">
              <a:ext uri="{FF2B5EF4-FFF2-40B4-BE49-F238E27FC236}">
                <a16:creationId xmlns:a16="http://schemas.microsoft.com/office/drawing/2014/main" id="{324A4B44-DA82-4110-A316-E1E98626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CASE 3 — column boundary overlaps by 1 px</a:t>
            </a:r>
          </a:p>
        </p:txBody>
      </p:sp>
      <p:sp>
        <p:nvSpPr>
          <p:cNvPr id="2" name="C3-LEFT-TOP">
            <a:extLst xmlns:a="http://schemas.openxmlformats.org/drawingml/2006/main">
              <a:ext uri="{FF2B5EF4-FFF2-40B4-BE49-F238E27FC236}">
                <a16:creationId xmlns:a16="http://schemas.microsoft.com/office/drawing/2014/main" id="{5D2031ED-5C5D-41C3-878E-9CA0EC76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762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C3 LEFT TOP</a:t>
            </a:r>
          </a:p>
        </p:txBody>
      </p:sp>
      <p:sp>
        <p:nvSpPr>
          <p:cNvPr id="3" name="C3-RIGHT-TOP">
            <a:extLst xmlns:a="http://schemas.openxmlformats.org/drawingml/2006/main">
              <a:ext uri="{FF2B5EF4-FFF2-40B4-BE49-F238E27FC236}">
                <a16:creationId xmlns:a16="http://schemas.microsoft.com/office/drawing/2014/main" id="{01729A95-23F4-46B1-86EF-2DBDF4EE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000250"/>
            <a:ext cx="4762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C3 RIGHT TOP</a:t>
            </a:r>
          </a:p>
        </p:txBody>
      </p:sp>
      <p:sp>
        <p:nvSpPr>
          <p:cNvPr id="4" name="C3-LEFT-BOTTOM">
            <a:extLst xmlns:a="http://schemas.openxmlformats.org/drawingml/2006/main">
              <a:ext uri="{FF2B5EF4-FFF2-40B4-BE49-F238E27FC236}">
                <a16:creationId xmlns:a16="http://schemas.microsoft.com/office/drawing/2014/main" id="{64104E90-D776-49ED-BF4C-5F33472E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4762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C3 LEFT BOTTOM</a:t>
            </a:r>
          </a:p>
        </p:txBody>
      </p:sp>
      <p:sp>
        <p:nvSpPr>
          <p:cNvPr id="5" name="C3-RIGHT-BOTTOM">
            <a:extLst xmlns:a="http://schemas.openxmlformats.org/drawingml/2006/main">
              <a:ext uri="{FF2B5EF4-FFF2-40B4-BE49-F238E27FC236}">
                <a16:creationId xmlns:a16="http://schemas.microsoft.com/office/drawing/2014/main" id="{3E2AFB99-F0C3-43D3-8036-56F42357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095750"/>
            <a:ext cx="4762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C3 RIGHT BOTTOM</a:t>
            </a:r>
          </a:p>
        </p:txBody>
      </p:sp>
    </p:spTree>
    <p:extLst>
      <p:ext uri="{BB962C8B-B14F-4D97-AF65-F5344CB8AC3E}">
        <p14:creationId xmlns:p14="http://schemas.microsoft.com/office/powerpoint/2010/main" val="3094577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SE-TITLE">
            <a:extLst xmlns:a="http://schemas.openxmlformats.org/drawingml/2006/main">
              <a:ext uri="{FF2B5EF4-FFF2-40B4-BE49-F238E27FC236}">
                <a16:creationId xmlns:a16="http://schemas.microsoft.com/office/drawing/2014/main" id="{3A4F7698-22F0-426C-B851-C7027191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CASE 4 — column boundary overlaps by 2 px</a:t>
            </a:r>
          </a:p>
        </p:txBody>
      </p:sp>
      <p:sp>
        <p:nvSpPr>
          <p:cNvPr id="2" name="C4-LEFT-TOP">
            <a:extLst xmlns:a="http://schemas.openxmlformats.org/drawingml/2006/main">
              <a:ext uri="{FF2B5EF4-FFF2-40B4-BE49-F238E27FC236}">
                <a16:creationId xmlns:a16="http://schemas.microsoft.com/office/drawing/2014/main" id="{B3B9D588-883C-4D00-8D54-8CE896CA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762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C4 LEFT TOP</a:t>
            </a:r>
          </a:p>
        </p:txBody>
      </p:sp>
      <p:sp>
        <p:nvSpPr>
          <p:cNvPr id="3" name="C4-RIGHT-TOP">
            <a:extLst xmlns:a="http://schemas.openxmlformats.org/drawingml/2006/main">
              <a:ext uri="{FF2B5EF4-FFF2-40B4-BE49-F238E27FC236}">
                <a16:creationId xmlns:a16="http://schemas.microsoft.com/office/drawing/2014/main" id="{62DB3844-5665-4E4B-A2AE-D672927C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00250"/>
            <a:ext cx="4762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C4 RIGHT TOP</a:t>
            </a:r>
          </a:p>
        </p:txBody>
      </p:sp>
      <p:sp>
        <p:nvSpPr>
          <p:cNvPr id="4" name="C4-LEFT-BOTTOM">
            <a:extLst xmlns:a="http://schemas.openxmlformats.org/drawingml/2006/main">
              <a:ext uri="{FF2B5EF4-FFF2-40B4-BE49-F238E27FC236}">
                <a16:creationId xmlns:a16="http://schemas.microsoft.com/office/drawing/2014/main" id="{7ACE2895-34A1-4D7E-AACB-05A8F4D3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4762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C4 LEFT BOTTOM</a:t>
            </a:r>
          </a:p>
        </p:txBody>
      </p:sp>
      <p:sp>
        <p:nvSpPr>
          <p:cNvPr id="5" name="C4-RIGHT-BOTTOM">
            <a:extLst xmlns:a="http://schemas.openxmlformats.org/drawingml/2006/main">
              <a:ext uri="{FF2B5EF4-FFF2-40B4-BE49-F238E27FC236}">
                <a16:creationId xmlns:a16="http://schemas.microsoft.com/office/drawing/2014/main" id="{DD9C06D1-F9C0-4BB2-ABC2-BAD4E070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095750"/>
            <a:ext cx="4762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C4 RIGHT BOTTOM</a:t>
            </a:r>
          </a:p>
        </p:txBody>
      </p:sp>
    </p:spTree>
    <p:extLst>
      <p:ext uri="{BB962C8B-B14F-4D97-AF65-F5344CB8AC3E}">
        <p14:creationId xmlns:p14="http://schemas.microsoft.com/office/powerpoint/2010/main" val="207223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SE-TITLE">
            <a:extLst xmlns:a="http://schemas.openxmlformats.org/drawingml/2006/main">
              <a:ext uri="{FF2B5EF4-FFF2-40B4-BE49-F238E27FC236}">
                <a16:creationId xmlns:a16="http://schemas.microsoft.com/office/drawing/2014/main" id="{57C5AD5C-A34D-4B1B-B568-0B4EC5B8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CASE 5 — positive column gap of 0.25 px</a:t>
            </a:r>
          </a:p>
        </p:txBody>
      </p:sp>
      <p:sp>
        <p:nvSpPr>
          <p:cNvPr id="2" name="C5-LEFT-TOP">
            <a:extLst xmlns:a="http://schemas.openxmlformats.org/drawingml/2006/main">
              <a:ext uri="{FF2B5EF4-FFF2-40B4-BE49-F238E27FC236}">
                <a16:creationId xmlns:a16="http://schemas.microsoft.com/office/drawing/2014/main" id="{DBC74814-A167-43CB-A7D5-59B44C4E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762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C5 LEFT TOP</a:t>
            </a:r>
          </a:p>
        </p:txBody>
      </p:sp>
      <p:sp>
        <p:nvSpPr>
          <p:cNvPr id="3" name="C5-RIGHT-TOP">
            <a:extLst xmlns:a="http://schemas.openxmlformats.org/drawingml/2006/main">
              <a:ext uri="{FF2B5EF4-FFF2-40B4-BE49-F238E27FC236}">
                <a16:creationId xmlns:a16="http://schemas.microsoft.com/office/drawing/2014/main" id="{9E86ACB4-F8CF-4C03-A4A4-FAFCA540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381" y="2000250"/>
            <a:ext cx="4760119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C5 RIGHT TOP</a:t>
            </a:r>
          </a:p>
        </p:txBody>
      </p:sp>
      <p:sp>
        <p:nvSpPr>
          <p:cNvPr id="4" name="C5-LEFT-BOTTOM">
            <a:extLst xmlns:a="http://schemas.openxmlformats.org/drawingml/2006/main">
              <a:ext uri="{FF2B5EF4-FFF2-40B4-BE49-F238E27FC236}">
                <a16:creationId xmlns:a16="http://schemas.microsoft.com/office/drawing/2014/main" id="{64F0856F-AB9F-4489-834D-EB2328BF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4762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C5 LEFT BOTTOM</a:t>
            </a:r>
          </a:p>
        </p:txBody>
      </p:sp>
      <p:sp>
        <p:nvSpPr>
          <p:cNvPr id="5" name="C5-RIGHT-BOTTOM">
            <a:extLst xmlns:a="http://schemas.openxmlformats.org/drawingml/2006/main">
              <a:ext uri="{FF2B5EF4-FFF2-40B4-BE49-F238E27FC236}">
                <a16:creationId xmlns:a16="http://schemas.microsoft.com/office/drawing/2014/main" id="{CDBB215A-161D-441C-B870-EC0AB51B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381" y="4095750"/>
            <a:ext cx="4760119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C5 RIGHT BOTTOM</a:t>
            </a:r>
          </a:p>
        </p:txBody>
      </p:sp>
    </p:spTree>
    <p:extLst>
      <p:ext uri="{BB962C8B-B14F-4D97-AF65-F5344CB8AC3E}">
        <p14:creationId xmlns:p14="http://schemas.microsoft.com/office/powerpoint/2010/main" val="15206680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SE-TITLE">
            <a:extLst xmlns:a="http://schemas.openxmlformats.org/drawingml/2006/main">
              <a:ext uri="{FF2B5EF4-FFF2-40B4-BE49-F238E27FC236}">
                <a16:creationId xmlns:a16="http://schemas.microsoft.com/office/drawing/2014/main" id="{B913F3E4-B3BB-435F-B006-22F583AD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CASE 6 — different textbox heights on the same rows</a:t>
            </a:r>
          </a:p>
        </p:txBody>
      </p:sp>
      <p:sp>
        <p:nvSpPr>
          <p:cNvPr id="2" name="C6-LEFT-TOP">
            <a:extLst xmlns:a="http://schemas.openxmlformats.org/drawingml/2006/main">
              <a:ext uri="{FF2B5EF4-FFF2-40B4-BE49-F238E27FC236}">
                <a16:creationId xmlns:a16="http://schemas.microsoft.com/office/drawing/2014/main" id="{B8F8B5F2-ED2B-4DF0-ADF2-94A59959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7625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C6 LEFT TOP — h=180</a:t>
            </a:r>
          </a:p>
        </p:txBody>
      </p:sp>
      <p:sp>
        <p:nvSpPr>
          <p:cNvPr id="3" name="C6-RIGHT-TOP">
            <a:extLst xmlns:a="http://schemas.openxmlformats.org/drawingml/2006/main">
              <a:ext uri="{FF2B5EF4-FFF2-40B4-BE49-F238E27FC236}">
                <a16:creationId xmlns:a16="http://schemas.microsoft.com/office/drawing/2014/main" id="{5FE30D7A-4F5A-4D47-9851-5C691662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28825"/>
            <a:ext cx="4000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C6 RIGHT TOP — h=70</a:t>
            </a:r>
          </a:p>
        </p:txBody>
      </p:sp>
      <p:sp>
        <p:nvSpPr>
          <p:cNvPr id="4" name="C6-LEFT-BOTTOM">
            <a:extLst xmlns:a="http://schemas.openxmlformats.org/drawingml/2006/main">
              <a:ext uri="{FF2B5EF4-FFF2-40B4-BE49-F238E27FC236}">
                <a16:creationId xmlns:a16="http://schemas.microsoft.com/office/drawing/2014/main" id="{8E07B1C2-5544-4E39-A7B9-C3E572F6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4762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C6 LEFT BOTTOM — h=70</a:t>
            </a:r>
          </a:p>
        </p:txBody>
      </p:sp>
      <p:sp>
        <p:nvSpPr>
          <p:cNvPr id="5" name="C6-RIGHT-BOTTOM">
            <a:extLst xmlns:a="http://schemas.openxmlformats.org/drawingml/2006/main">
              <a:ext uri="{FF2B5EF4-FFF2-40B4-BE49-F238E27FC236}">
                <a16:creationId xmlns:a16="http://schemas.microsoft.com/office/drawing/2014/main" id="{1E1E3F05-7CFA-4C32-9B64-E149004D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40005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C6 RIGHT BOTTOM — h=180</a:t>
            </a:r>
          </a:p>
        </p:txBody>
      </p:sp>
    </p:spTree>
    <p:extLst>
      <p:ext uri="{BB962C8B-B14F-4D97-AF65-F5344CB8AC3E}">
        <p14:creationId xmlns:p14="http://schemas.microsoft.com/office/powerpoint/2010/main" val="15382128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2026-07-12T08:02:30.9920000Z</dcterms:created>
  <dcterms:modified xsi:type="dcterms:W3CDTF">2026-07-12T08:02:30.9920000Z</dcterms:modified>
</coreProperties>
</file>