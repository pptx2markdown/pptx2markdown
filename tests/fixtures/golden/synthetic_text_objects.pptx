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95c41eab91499d" /><Relationship Type="http://schemas.openxmlformats.org/officeDocument/2006/relationships/extended-properties" Target="/docProps/app.xml" Id="Rc1cbf7b6c6f34393" /><Relationship Type="http://schemas.openxmlformats.org/officeDocument/2006/relationships/officeDocument" Target="/ppt/presentation.xml" Id="R98e6d6f796c947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c65d2341494c77"/>
  </p:sldMasterIdLst>
  <p:notesMasterIdLst>
    <p:notesMasterId xmlns:r="http://schemas.openxmlformats.org/officeDocument/2006/relationships" r:id="R1bc85e97f5d64579"/>
  </p:notesMasterIdLst>
  <p:sldIdLst>
    <p:sldId xmlns:r="http://schemas.openxmlformats.org/officeDocument/2006/relationships" id="256" r:id="Rdc3a644273154825"/>
    <p:sldId xmlns:r="http://schemas.openxmlformats.org/officeDocument/2006/relationships" id="257" r:id="R30a7dab220a24b0d"/>
    <p:sldId xmlns:r="http://schemas.openxmlformats.org/officeDocument/2006/relationships" id="258" r:id="Ra842aa875ec845f0"/>
    <p:sldId xmlns:r="http://schemas.openxmlformats.org/officeDocument/2006/relationships" id="259" r:id="R757b07ade61a4885"/>
    <p:sldId xmlns:r="http://schemas.openxmlformats.org/officeDocument/2006/relationships" id="260" r:id="Rc4a3a0ad300146a1"/>
    <p:sldId xmlns:r="http://schemas.openxmlformats.org/officeDocument/2006/relationships" id="261" r:id="Reeb77306ca2247d2"/>
    <p:sldId xmlns:r="http://schemas.openxmlformats.org/officeDocument/2006/relationships" id="262" r:id="R8172c7a83884495f"/>
    <p:sldId xmlns:r="http://schemas.openxmlformats.org/officeDocument/2006/relationships" id="263" r:id="Rba364e7cc8c14f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701489f79a47a3" /><Relationship Type="http://schemas.openxmlformats.org/officeDocument/2006/relationships/slideMaster" Target="/ppt/slideMasters/slideMaster1.xml" Id="R50c65d2341494c77" /><Relationship Type="http://schemas.openxmlformats.org/officeDocument/2006/relationships/notesMaster" Target="/ppt/notesMasters/notesMaster1.xml" Id="R1bc85e97f5d64579" /><Relationship Type="http://schemas.openxmlformats.org/officeDocument/2006/relationships/presProps" Target="/ppt/presProps.xml" Id="Rf5a08dc72a0c4f0e" /><Relationship Type="http://schemas.openxmlformats.org/officeDocument/2006/relationships/tableStyles" Target="/ppt/tableStyles.xml" Id="Rf6501c5f318a4d12" /><Relationship Type="http://schemas.openxmlformats.org/officeDocument/2006/relationships/slide" Target="/ppt/slides/slide1.xml" Id="Rdc3a644273154825" /><Relationship Type="http://schemas.openxmlformats.org/officeDocument/2006/relationships/slide" Target="/ppt/slides/slide2.xml" Id="R30a7dab220a24b0d" /><Relationship Type="http://schemas.openxmlformats.org/officeDocument/2006/relationships/slide" Target="/ppt/slides/slide3.xml" Id="Ra842aa875ec845f0" /><Relationship Type="http://schemas.openxmlformats.org/officeDocument/2006/relationships/slide" Target="/ppt/slides/slide4.xml" Id="R757b07ade61a4885" /><Relationship Type="http://schemas.openxmlformats.org/officeDocument/2006/relationships/slide" Target="/ppt/slides/slide5.xml" Id="Rc4a3a0ad300146a1" /><Relationship Type="http://schemas.openxmlformats.org/officeDocument/2006/relationships/slide" Target="/ppt/slides/slide6.xml" Id="Reeb77306ca2247d2" /><Relationship Type="http://schemas.openxmlformats.org/officeDocument/2006/relationships/slide" Target="/ppt/slides/slide7.xml" Id="R8172c7a83884495f" /><Relationship Type="http://schemas.openxmlformats.org/officeDocument/2006/relationships/slide" Target="/ppt/slides/slide8.xml" Id="Rba364e7cc8c14f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72bf1691ee43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42830be4a441e5" /><Relationship Type="http://schemas.openxmlformats.org/officeDocument/2006/relationships/notesMaster" Target="/ppt/notesMasters/notesMaster1.xml" Id="R68cab7ead61741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8bbe85fa864433" /><Relationship Type="http://schemas.openxmlformats.org/officeDocument/2006/relationships/notesMaster" Target="/ppt/notesMasters/notesMaster1.xml" Id="R00ea7d7c2f6c40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e5c28da1124f63" /><Relationship Type="http://schemas.openxmlformats.org/officeDocument/2006/relationships/notesMaster" Target="/ppt/notesMasters/notesMaster1.xml" Id="R79a91949b50849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b264a108034e63" /><Relationship Type="http://schemas.openxmlformats.org/officeDocument/2006/relationships/notesMaster" Target="/ppt/notesMasters/notesMaster1.xml" Id="R543565ebb68c43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a27cae4b264973" /><Relationship Type="http://schemas.openxmlformats.org/officeDocument/2006/relationships/notesMaster" Target="/ppt/notesMasters/notesMaster1.xml" Id="R4058501cdc6a40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711fcece6f46da" /><Relationship Type="http://schemas.openxmlformats.org/officeDocument/2006/relationships/notesMaster" Target="/ppt/notesMasters/notesMaster1.xml" Id="R7ebfab03f52e47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50c85877c74ba1" /><Relationship Type="http://schemas.openxmlformats.org/officeDocument/2006/relationships/notesMaster" Target="/ppt/notesMasters/notesMaster1.xml" Id="Raf6f035dd11f48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b980111d3e4e3e" /><Relationship Type="http://schemas.openxmlformats.org/officeDocument/2006/relationships/notesMaster" Target="/ppt/notesMasters/notesMaster1.xml" Id="R45b96d66ff8746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speaker-note-line-one</a:t>
            </a:r>
          </a:p>
          <a:p xmlns:a="http://schemas.openxmlformats.org/drawingml/2006/main">
            <a:r>
              <a:t>speaker-note-line-two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f2961401f41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edb41c575b4d81" /><Relationship Type="http://schemas.openxmlformats.org/officeDocument/2006/relationships/slideLayout" Target="/ppt/slideLayouts/slideLayout1.xml" Id="Rd96bb9f49caf49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6bb9f49caf49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4a9433c434d1a" /><Relationship Type="http://schemas.openxmlformats.org/officeDocument/2006/relationships/hyperlink" Target="https://example.com/docs" TargetMode="External" Id="R9e8b1959544e4e23" /><Relationship Type="http://schemas.openxmlformats.org/officeDocument/2006/relationships/notesSlide" Target="/ppt/notesSlides/notesSlide1.xml" Id="R9c487042435143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d0adf50c3484f" /><Relationship Type="http://schemas.openxmlformats.org/officeDocument/2006/relationships/notesSlide" Target="/ppt/notesSlides/notesSlide2.xml" Id="R27cdd53ee0ec4d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a400690564b59" /><Relationship Type="http://schemas.openxmlformats.org/officeDocument/2006/relationships/notesSlide" Target="/ppt/notesSlides/notesSlide3.xml" Id="R4071b4d17d7946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71e97cd14475c" /><Relationship Type="http://schemas.openxmlformats.org/officeDocument/2006/relationships/notesSlide" Target="/ppt/notesSlides/notesSlide4.xml" Id="Rdf4bbb9163b342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493f31c2044ba" /><Relationship Type="http://schemas.openxmlformats.org/officeDocument/2006/relationships/chart" Target="/ppt/slides/charts/chart1.xml" Id="Rf345124a62b94ebc" /><Relationship Type="http://schemas.openxmlformats.org/officeDocument/2006/relationships/notesSlide" Target="/ppt/notesSlides/notesSlide5.xml" Id="Rbb3cf51c782b48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d4e7c4ae946c6" /><Relationship Type="http://schemas.openxmlformats.org/officeDocument/2006/relationships/notesSlide" Target="/ppt/notesSlides/notesSlide6.xml" Id="Rd740f3a610444a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078f70c83422b" /><Relationship Type="http://schemas.openxmlformats.org/officeDocument/2006/relationships/notesSlide" Target="/ppt/notesSlides/notesSlide7.xml" Id="R8b2694e2f4e84b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447414f9c45db" /><Relationship Type="http://schemas.openxmlformats.org/officeDocument/2006/relationships/notesSlide" Target="/ppt/notesSlides/notesSlide8.xml" Id="R64304bcadbbd401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Parser coverage by object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Text</c:v>
              </c:pt>
              <c:pt idx="1">
                <c:v>Table</c:v>
              </c:pt>
              <c:pt idx="2">
                <c:v>Chart</c:v>
              </c:pt>
              <c:pt idx="3">
                <c:v>Media</c:v>
              </c:pt>
            </c:strLit>
          </c:cat>
          <c:val>
            <c:numLit>
              <c:formatCode>General</c:formatCode>
              <c:ptCount val="4"/>
              <c:pt idx="0">
                <c:v>88</c:v>
              </c:pt>
              <c:pt idx="1">
                <c:v>72</c:v>
              </c:pt>
              <c:pt idx="2">
                <c:v>64</c:v>
              </c:pt>
              <c:pt idx="3">
                <c:v>48</c:v>
              </c:pt>
            </c:numLit>
          </c:val>
        </c:ser>
        <c:ser>
          <c:idx val="1"/>
          <c:order val="1"/>
          <c:tx>
            <c:v>Current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Text</c:v>
              </c:pt>
              <c:pt idx="1">
                <c:v>Table</c:v>
              </c:pt>
              <c:pt idx="2">
                <c:v>Chart</c:v>
              </c:pt>
              <c:pt idx="3">
                <c:v>Media</c:v>
              </c:pt>
            </c:strLit>
          </c:cat>
          <c:val>
            <c:numLit>
              <c:formatCode>General</c:formatCode>
              <c:ptCount val="4"/>
              <c:pt idx="0">
                <c:v>99</c:v>
              </c:pt>
              <c:pt idx="1">
                <c:v>96</c:v>
              </c:pt>
              <c:pt idx="2">
                <c:v>94</c:v>
              </c:pt>
              <c:pt idx="3">
                <c:v>91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7EA8056A-40CA-45C8-880B-5B24F11D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Rich text, bullets, and links stay semantic</a:t>
            </a:r>
          </a:p>
        </p:txBody>
      </p:sp>
      <p:sp>
        <p:nvSpPr>
          <p:cNvPr id="2" name="rich-text-body">
            <a:extLst xmlns:a="http://schemas.openxmlformats.org/drawingml/2006/main">
              <a:ext uri="{FF2B5EF4-FFF2-40B4-BE49-F238E27FC236}">
                <a16:creationId xmlns:a16="http://schemas.microsoft.com/office/drawing/2014/main" id="{4AF4EF1E-A070-4D04-8B50-FD99DBC0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333500"/>
            <a:ext cx="10858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228600" tIns="228600" rIns="228600" bIns="2286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Bold lead</a:t>
            </a: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followed by plain text</a:t>
            </a:r>
          </a:p>
          <a:p xmlns:a="http://schemas.openxmlformats.org/drawingml/2006/main">
            <a:pPr marL="28" indent="-14">
              <a:buChar char="•"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level-one bullet</a:t>
            </a:r>
          </a:p>
          <a:p xmlns:a="http://schemas.openxmlformats.org/drawingml/2006/main">
            <a:pPr marL="56" indent="-14">
              <a:buChar char="–"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level-two bullet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 </a:t>
            </a:r>
            <a:r>
              <a:rPr sz="1800" u="sng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9e8b1959544e4e23"/>
              </a:rPr>
              <a:t>example.com</a:t>
            </a: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for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8732201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A509D4FF-07A9-41E9-99D8-39F496EF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Numeric labels are content, not synthetic slide numbers</a:t>
            </a:r>
          </a:p>
        </p:txBody>
      </p:sp>
      <p:sp>
        <p:nvSpPr>
          <p:cNvPr id="2" name="numeric-0">
            <a:extLst xmlns:a="http://schemas.openxmlformats.org/drawingml/2006/main">
              <a:ext uri="{FF2B5EF4-FFF2-40B4-BE49-F238E27FC236}">
                <a16:creationId xmlns:a16="http://schemas.microsoft.com/office/drawing/2014/main" id="{02FD9089-997D-4D79-BD03-203F5A8E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3" name="numeric-1">
            <a:extLst xmlns:a="http://schemas.openxmlformats.org/drawingml/2006/main">
              <a:ext uri="{FF2B5EF4-FFF2-40B4-BE49-F238E27FC236}">
                <a16:creationId xmlns:a16="http://schemas.microsoft.com/office/drawing/2014/main" id="{FEA27C4D-4B4D-4D31-A445-D75306B9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228600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numeric-2">
            <a:extLst xmlns:a="http://schemas.openxmlformats.org/drawingml/2006/main">
              <a:ext uri="{FF2B5EF4-FFF2-40B4-BE49-F238E27FC236}">
                <a16:creationId xmlns:a16="http://schemas.microsoft.com/office/drawing/2014/main" id="{B54139E4-7B8A-4BB2-A21B-7E888022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28600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numeric-3">
            <a:extLst xmlns:a="http://schemas.openxmlformats.org/drawingml/2006/main">
              <a:ext uri="{FF2B5EF4-FFF2-40B4-BE49-F238E27FC236}">
                <a16:creationId xmlns:a16="http://schemas.microsoft.com/office/drawing/2014/main" id="{25ED36FA-9CAD-4C9C-BA0C-FEAE444C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228600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numeric-4">
            <a:extLst xmlns:a="http://schemas.openxmlformats.org/drawingml/2006/main">
              <a:ext uri="{FF2B5EF4-FFF2-40B4-BE49-F238E27FC236}">
                <a16:creationId xmlns:a16="http://schemas.microsoft.com/office/drawing/2014/main" id="{0B5D7FF0-2BA0-460F-A54E-408602DF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228600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2733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6A82E54E-B267-4FEB-90B1-BE1A5143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Unicode variants preserve multilingual content</a:t>
            </a:r>
          </a:p>
        </p:txBody>
      </p:sp>
      <p:sp>
        <p:nvSpPr>
          <p:cNvPr id="2" name="unicode-1">
            <a:extLst xmlns:a="http://schemas.openxmlformats.org/drawingml/2006/main">
              <a:ext uri="{FF2B5EF4-FFF2-40B4-BE49-F238E27FC236}">
                <a16:creationId xmlns:a16="http://schemas.microsoft.com/office/drawing/2014/main" id="{7B792F78-AA8B-4668-8FFD-579FD718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1190625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Café (NFC)</a:t>
            </a:r>
          </a:p>
        </p:txBody>
      </p:sp>
      <p:sp>
        <p:nvSpPr>
          <p:cNvPr id="3" name="unicode-2">
            <a:extLst xmlns:a="http://schemas.openxmlformats.org/drawingml/2006/main">
              <a:ext uri="{FF2B5EF4-FFF2-40B4-BE49-F238E27FC236}">
                <a16:creationId xmlns:a16="http://schemas.microsoft.com/office/drawing/2014/main" id="{8DD58E0A-5712-4BCB-B8A8-B883C093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1876425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Café (NFD)</a:t>
            </a:r>
          </a:p>
        </p:txBody>
      </p:sp>
      <p:sp>
        <p:nvSpPr>
          <p:cNvPr id="4" name="unicode-3">
            <a:extLst xmlns:a="http://schemas.openxmlformats.org/drawingml/2006/main">
              <a:ext uri="{FF2B5EF4-FFF2-40B4-BE49-F238E27FC236}">
                <a16:creationId xmlns:a16="http://schemas.microsoft.com/office/drawing/2014/main" id="{67E4337B-5E13-4CD9-89BD-AC8663F3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562225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ＡＢＣ１２３</a:t>
            </a:r>
          </a:p>
        </p:txBody>
      </p:sp>
      <p:sp>
        <p:nvSpPr>
          <p:cNvPr id="5" name="unicode-4">
            <a:extLst xmlns:a="http://schemas.openxmlformats.org/drawingml/2006/main">
              <a:ext uri="{FF2B5EF4-FFF2-40B4-BE49-F238E27FC236}">
                <a16:creationId xmlns:a16="http://schemas.microsoft.com/office/drawing/2014/main" id="{134F00C7-2659-45CC-82F7-378FD5D3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248025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한글 텍스트</a:t>
            </a:r>
          </a:p>
        </p:txBody>
      </p:sp>
      <p:sp>
        <p:nvSpPr>
          <p:cNvPr id="6" name="unicode-5">
            <a:extLst xmlns:a="http://schemas.openxmlformats.org/drawingml/2006/main">
              <a:ext uri="{FF2B5EF4-FFF2-40B4-BE49-F238E27FC236}">
                <a16:creationId xmlns:a16="http://schemas.microsoft.com/office/drawing/2014/main" id="{65793D73-9795-4D9A-841E-14BDD5CB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933825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中文文本</a:t>
            </a:r>
          </a:p>
        </p:txBody>
      </p:sp>
      <p:sp>
        <p:nvSpPr>
          <p:cNvPr id="7" name="unicode-6">
            <a:extLst xmlns:a="http://schemas.openxmlformats.org/drawingml/2006/main">
              <a:ext uri="{FF2B5EF4-FFF2-40B4-BE49-F238E27FC236}">
                <a16:creationId xmlns:a16="http://schemas.microsoft.com/office/drawing/2014/main" id="{EE0FAB9E-B6C1-412D-AFBF-E2633921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619625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العربية</a:t>
            </a:r>
          </a:p>
        </p:txBody>
      </p:sp>
      <p:sp>
        <p:nvSpPr>
          <p:cNvPr id="8" name="unicode-7">
            <a:extLst xmlns:a="http://schemas.openxmlformats.org/drawingml/2006/main">
              <a:ext uri="{FF2B5EF4-FFF2-40B4-BE49-F238E27FC236}">
                <a16:creationId xmlns:a16="http://schemas.microsoft.com/office/drawing/2014/main" id="{9F6BAEA8-E91E-45F3-B77F-0BCCEFC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305425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emoji 😀</a:t>
            </a:r>
          </a:p>
        </p:txBody>
      </p:sp>
    </p:spTree>
    <p:extLst>
      <p:ext uri="{BB962C8B-B14F-4D97-AF65-F5344CB8AC3E}">
        <p14:creationId xmlns:p14="http://schemas.microsoft.com/office/powerpoint/2010/main" val="811894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B2910613-8304-468A-8649-85F9CE6F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Merged headers fill columns; merged body stays singular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19500"/>
                <a:gridCol w="3619500"/>
                <a:gridCol w="3619500"/>
              </a:tblGrid>
              <a:tr h="952500">
                <a:tc gridSpan="3"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Merged table title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Column A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Column B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Column C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  <a:p>
                      <a:r>
                        <a:t>beta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plain cell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gamma</a:t>
                      </a:r>
                    </a:p>
                  </a:txBody>
                  <a:tcPr marL="91440" marR="91440" marT="45720" marB="45720"/>
                </a:tc>
              </a:tr>
              <a:tr h="952500">
                <a:tc gridSpan="2">
                  <a:txBody>
                    <a:bodyPr/>
                    <a:lstStyle/>
                    <a:p>
                      <a:r>
                        <a:t>merged body</a:t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tail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226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9B70C915-DF3D-4A8F-8CBF-51B81A5B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native chart remains structured and searchable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381125"/>
          <a:ext xmlns:a="http://schemas.openxmlformats.org/drawingml/2006/main" cx="7239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45124a62b94ebc"/>
          </a:graphicData>
        </a:graphic>
      </p:graphicFrame>
      <p:sp>
        <p:nvSpPr>
          <p:cNvPr id="3" name="chart-interpretation">
            <a:extLst xmlns:a="http://schemas.openxmlformats.org/drawingml/2006/main">
              <a:ext uri="{FF2B5EF4-FFF2-40B4-BE49-F238E27FC236}">
                <a16:creationId xmlns:a16="http://schemas.microsoft.com/office/drawing/2014/main" id="{95C77DB3-7E6E-458C-9C0F-9AF74A7D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228600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chart title, categories, series, and values must survive conversion.</a:t>
            </a:r>
          </a:p>
        </p:txBody>
      </p:sp>
    </p:spTree>
    <p:extLst>
      <p:ext uri="{BB962C8B-B14F-4D97-AF65-F5344CB8AC3E}">
        <p14:creationId xmlns:p14="http://schemas.microsoft.com/office/powerpoint/2010/main" val="1907048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9D420B39-3A1A-4CDA-AAF5-53EC7346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Speaker notes remain separate from visible blocks</a:t>
            </a:r>
          </a:p>
        </p:txBody>
      </p:sp>
      <p:sp>
        <p:nvSpPr>
          <p:cNvPr id="2" name="visible-slide-body">
            <a:extLst xmlns:a="http://schemas.openxmlformats.org/drawingml/2006/main">
              <a:ext uri="{FF2B5EF4-FFF2-40B4-BE49-F238E27FC236}">
                <a16:creationId xmlns:a16="http://schemas.microsoft.com/office/drawing/2014/main" id="{AFACD274-2E6E-4EFA-A85A-045453BB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2286000"/>
            <a:ext cx="8953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visible-slide-body</a:t>
            </a:r>
          </a:p>
        </p:txBody>
      </p:sp>
    </p:spTree>
    <p:extLst>
      <p:ext uri="{BB962C8B-B14F-4D97-AF65-F5344CB8AC3E}">
        <p14:creationId xmlns:p14="http://schemas.microsoft.com/office/powerpoint/2010/main" val="10606471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77648485-026B-4F12-9107-FFB19A1E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Rotated text boxes keep their content and anchors</a:t>
            </a:r>
          </a:p>
        </p:txBody>
      </p:sp>
      <p:sp>
        <p:nvSpPr>
          <p:cNvPr id="2" name="rotation-0">
            <a:extLst xmlns:a="http://schemas.openxmlformats.org/drawingml/2006/main">
              <a:ext uri="{FF2B5EF4-FFF2-40B4-BE49-F238E27FC236}">
                <a16:creationId xmlns:a16="http://schemas.microsoft.com/office/drawing/2014/main" id="{AA88DAFF-9C22-422F-908A-CF542DA9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0955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rotation-0</a:t>
            </a:r>
          </a:p>
        </p:txBody>
      </p:sp>
      <p:sp>
        <p:nvSpPr>
          <p:cNvPr id="3" name="rotation-90">
            <a:extLst xmlns:a="http://schemas.openxmlformats.org/drawingml/2006/main">
              <a:ext uri="{FF2B5EF4-FFF2-40B4-BE49-F238E27FC236}">
                <a16:creationId xmlns:a16="http://schemas.microsoft.com/office/drawing/2014/main" id="{F788CF2F-D033-4D3C-AC82-2A8D29D4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667250" y="171450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rotation-90</a:t>
            </a:r>
          </a:p>
        </p:txBody>
      </p:sp>
      <p:sp>
        <p:nvSpPr>
          <p:cNvPr id="4" name="rotation-270">
            <a:extLst xmlns:a="http://schemas.openxmlformats.org/drawingml/2006/main">
              <a:ext uri="{FF2B5EF4-FFF2-40B4-BE49-F238E27FC236}">
                <a16:creationId xmlns:a16="http://schemas.microsoft.com/office/drawing/2014/main" id="{70D1030E-6F6C-494F-B5E9-EF5490DA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382000" y="171450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rotation-270</a:t>
            </a:r>
          </a:p>
        </p:txBody>
      </p:sp>
    </p:spTree>
    <p:extLst>
      <p:ext uri="{BB962C8B-B14F-4D97-AF65-F5344CB8AC3E}">
        <p14:creationId xmlns:p14="http://schemas.microsoft.com/office/powerpoint/2010/main" val="7228172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437C2984-BB81-4D2A-9BEE-A20B7204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Mixed font sizes remain one coherent text block</a:t>
            </a:r>
          </a:p>
        </p:txBody>
      </p:sp>
      <p:sp>
        <p:nvSpPr>
          <p:cNvPr id="2" name="mixed-font-block">
            <a:extLst xmlns:a="http://schemas.openxmlformats.org/drawingml/2006/main">
              <a:ext uri="{FF2B5EF4-FFF2-40B4-BE49-F238E27FC236}">
                <a16:creationId xmlns:a16="http://schemas.microsoft.com/office/drawing/2014/main" id="{D15D54BC-BE20-473F-B881-FC4ACE01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1714500"/>
            <a:ext cx="1009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228600" tIns="228600" rIns="228600" bIns="2286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Mixed-style heading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smaller explanatory line remains body content.</a:t>
            </a:r>
          </a:p>
        </p:txBody>
      </p:sp>
    </p:spTree>
    <p:extLst>
      <p:ext uri="{BB962C8B-B14F-4D97-AF65-F5344CB8AC3E}">
        <p14:creationId xmlns:p14="http://schemas.microsoft.com/office/powerpoint/2010/main" val="1848181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2026-07-13T05:55:44.9730000Z</dcterms:created>
  <dcterms:modified xsi:type="dcterms:W3CDTF">2026-07-13T05:55:44.9730000Z</dcterms:modified>
</coreProperties>
</file>