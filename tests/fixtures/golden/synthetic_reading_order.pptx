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b28f25e725480f" /><Relationship Type="http://schemas.openxmlformats.org/officeDocument/2006/relationships/extended-properties" Target="/docProps/app.xml" Id="R4518ebe0efac4c6a" /><Relationship Type="http://schemas.openxmlformats.org/officeDocument/2006/relationships/officeDocument" Target="/ppt/presentation.xml" Id="R53c78dee64a44f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34c0b7273141ce"/>
  </p:sldMasterIdLst>
  <p:notesMasterIdLst>
    <p:notesMasterId xmlns:r="http://schemas.openxmlformats.org/officeDocument/2006/relationships" r:id="Reefd1e53616e4855"/>
  </p:notesMasterIdLst>
  <p:sldIdLst>
    <p:sldId xmlns:r="http://schemas.openxmlformats.org/officeDocument/2006/relationships" id="256" r:id="R0361c5ca10b146bd"/>
    <p:sldId xmlns:r="http://schemas.openxmlformats.org/officeDocument/2006/relationships" id="257" r:id="R791e8678fff74a44"/>
    <p:sldId xmlns:r="http://schemas.openxmlformats.org/officeDocument/2006/relationships" id="258" r:id="Rff499791ed314091"/>
    <p:sldId xmlns:r="http://schemas.openxmlformats.org/officeDocument/2006/relationships" id="259" r:id="R7790509a5a434ef3"/>
    <p:sldId xmlns:r="http://schemas.openxmlformats.org/officeDocument/2006/relationships" id="260" r:id="R69984fa6595e4b20"/>
    <p:sldId xmlns:r="http://schemas.openxmlformats.org/officeDocument/2006/relationships" id="261" r:id="Ra1d13b584953408e"/>
    <p:sldId xmlns:r="http://schemas.openxmlformats.org/officeDocument/2006/relationships" id="262" r:id="Rb8ffddbda5044cff"/>
    <p:sldId xmlns:r="http://schemas.openxmlformats.org/officeDocument/2006/relationships" id="263" r:id="R406d808644e347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16fe708b774bf0" /><Relationship Type="http://schemas.openxmlformats.org/officeDocument/2006/relationships/slideMaster" Target="/ppt/slideMasters/slideMaster1.xml" Id="Rd034c0b7273141ce" /><Relationship Type="http://schemas.openxmlformats.org/officeDocument/2006/relationships/notesMaster" Target="/ppt/notesMasters/notesMaster1.xml" Id="Reefd1e53616e4855" /><Relationship Type="http://schemas.openxmlformats.org/officeDocument/2006/relationships/presProps" Target="/ppt/presProps.xml" Id="Rf7c3ec1344ae41a5" /><Relationship Type="http://schemas.openxmlformats.org/officeDocument/2006/relationships/tableStyles" Target="/ppt/tableStyles.xml" Id="Rb7ee9860e5684444" /><Relationship Type="http://schemas.openxmlformats.org/officeDocument/2006/relationships/slide" Target="/ppt/slides/slide1.xml" Id="R0361c5ca10b146bd" /><Relationship Type="http://schemas.openxmlformats.org/officeDocument/2006/relationships/slide" Target="/ppt/slides/slide2.xml" Id="R791e8678fff74a44" /><Relationship Type="http://schemas.openxmlformats.org/officeDocument/2006/relationships/slide" Target="/ppt/slides/slide3.xml" Id="Rff499791ed314091" /><Relationship Type="http://schemas.openxmlformats.org/officeDocument/2006/relationships/slide" Target="/ppt/slides/slide4.xml" Id="R7790509a5a434ef3" /><Relationship Type="http://schemas.openxmlformats.org/officeDocument/2006/relationships/slide" Target="/ppt/slides/slide5.xml" Id="R69984fa6595e4b20" /><Relationship Type="http://schemas.openxmlformats.org/officeDocument/2006/relationships/slide" Target="/ppt/slides/slide6.xml" Id="Ra1d13b584953408e" /><Relationship Type="http://schemas.openxmlformats.org/officeDocument/2006/relationships/slide" Target="/ppt/slides/slide7.xml" Id="Rb8ffddbda5044cff" /><Relationship Type="http://schemas.openxmlformats.org/officeDocument/2006/relationships/slide" Target="/ppt/slides/slide8.xml" Id="R406d808644e347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f1d87463d94c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1829c37ab842fe" /><Relationship Type="http://schemas.openxmlformats.org/officeDocument/2006/relationships/notesMaster" Target="/ppt/notesMasters/notesMaster1.xml" Id="Re623712ef02944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8aedfc6a484a04" /><Relationship Type="http://schemas.openxmlformats.org/officeDocument/2006/relationships/notesMaster" Target="/ppt/notesMasters/notesMaster1.xml" Id="R916c7b027ca44a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80fc81477943fd" /><Relationship Type="http://schemas.openxmlformats.org/officeDocument/2006/relationships/notesMaster" Target="/ppt/notesMasters/notesMaster1.xml" Id="R159dc7db62b84d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2b5ae0057d4350" /><Relationship Type="http://schemas.openxmlformats.org/officeDocument/2006/relationships/notesMaster" Target="/ppt/notesMasters/notesMaster1.xml" Id="R2ec328a9431d48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e81c27dddf4643" /><Relationship Type="http://schemas.openxmlformats.org/officeDocument/2006/relationships/notesMaster" Target="/ppt/notesMasters/notesMaster1.xml" Id="Rab7b958aef254e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2851b3a3d94f44" /><Relationship Type="http://schemas.openxmlformats.org/officeDocument/2006/relationships/notesMaster" Target="/ppt/notesMasters/notesMaster1.xml" Id="Reaad05e7b2b249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9b5aef92114c53" /><Relationship Type="http://schemas.openxmlformats.org/officeDocument/2006/relationships/notesMaster" Target="/ppt/notesMasters/notesMaster1.xml" Id="R5d864526411b41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028534c8b24d0d" /><Relationship Type="http://schemas.openxmlformats.org/officeDocument/2006/relationships/notesMaster" Target="/ppt/notesMasters/notesMaster1.xml" Id="R99f949b4969a47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3259d708941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b336c2c3c74b18" /><Relationship Type="http://schemas.openxmlformats.org/officeDocument/2006/relationships/slideLayout" Target="/ppt/slideLayouts/slideLayout1.xml" Id="R48597d9bf19146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597d9bf19146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f2daabc664d53" /><Relationship Type="http://schemas.openxmlformats.org/officeDocument/2006/relationships/notesSlide" Target="/ppt/notesSlides/notesSlide1.xml" Id="R82b482d7409e41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98373a4ea442b" /><Relationship Type="http://schemas.openxmlformats.org/officeDocument/2006/relationships/notesSlide" Target="/ppt/notesSlides/notesSlide2.xml" Id="Rab582abb6e3c4e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5d227d72043cb" /><Relationship Type="http://schemas.openxmlformats.org/officeDocument/2006/relationships/notesSlide" Target="/ppt/notesSlides/notesSlide3.xml" Id="R9cca052a717b43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d33822d26427d" /><Relationship Type="http://schemas.openxmlformats.org/officeDocument/2006/relationships/notesSlide" Target="/ppt/notesSlides/notesSlide4.xml" Id="R8a1d7963aa1245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80cc757964e8d" /><Relationship Type="http://schemas.openxmlformats.org/officeDocument/2006/relationships/notesSlide" Target="/ppt/notesSlides/notesSlide5.xml" Id="Rfebbea55324047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0956de9fd43f6" /><Relationship Type="http://schemas.openxmlformats.org/officeDocument/2006/relationships/notesSlide" Target="/ppt/notesSlides/notesSlide6.xml" Id="Ra92030498a7e41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83a8c909e4bd7" /><Relationship Type="http://schemas.openxmlformats.org/officeDocument/2006/relationships/notesSlide" Target="/ppt/notesSlides/notesSlide7.xml" Id="R8b4c391bddba45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ac84c5caf48bb" /><Relationship Type="http://schemas.openxmlformats.org/officeDocument/2006/relationships/notesSlide" Target="/ppt/notesSlides/notesSlide8.xml" Id="R9c8adffd78ca46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38B64084-5C64-4C39-ABE9-A2B65923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row: y differs by 1–3 px</a:t>
            </a:r>
          </a:p>
        </p:txBody>
      </p:sp>
      <p:sp>
        <p:nvSpPr>
          <p:cNvPr id="2" name="row-y0">
            <a:extLst xmlns:a="http://schemas.openxmlformats.org/drawingml/2006/main">
              <a:ext uri="{FF2B5EF4-FFF2-40B4-BE49-F238E27FC236}">
                <a16:creationId xmlns:a16="http://schemas.microsoft.com/office/drawing/2014/main" id="{B55CB224-AF9B-42EC-B1E6-D899A112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0955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row-y0</a:t>
            </a:r>
          </a:p>
        </p:txBody>
      </p:sp>
      <p:sp>
        <p:nvSpPr>
          <p:cNvPr id="3" name="row-y1">
            <a:extLst xmlns:a="http://schemas.openxmlformats.org/drawingml/2006/main">
              <a:ext uri="{FF2B5EF4-FFF2-40B4-BE49-F238E27FC236}">
                <a16:creationId xmlns:a16="http://schemas.microsoft.com/office/drawing/2014/main" id="{ABE76369-916C-486A-ACD2-C71B14DC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105025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row-y1</a:t>
            </a:r>
          </a:p>
        </p:txBody>
      </p:sp>
      <p:sp>
        <p:nvSpPr>
          <p:cNvPr id="4" name="row-y3">
            <a:extLst xmlns:a="http://schemas.openxmlformats.org/drawingml/2006/main">
              <a:ext uri="{FF2B5EF4-FFF2-40B4-BE49-F238E27FC236}">
                <a16:creationId xmlns:a16="http://schemas.microsoft.com/office/drawing/2014/main" id="{ECE0F34A-B5EC-43DE-B857-FFC11D34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2124075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row-y3</a:t>
            </a:r>
          </a:p>
        </p:txBody>
      </p:sp>
    </p:spTree>
    <p:extLst>
      <p:ext uri="{BB962C8B-B14F-4D97-AF65-F5344CB8AC3E}">
        <p14:creationId xmlns:p14="http://schemas.microsoft.com/office/powerpoint/2010/main" val="1574050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F9BE9C1F-5737-4207-A7C4-E1974A0A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column: x differs by 1–3 px</a:t>
            </a:r>
          </a:p>
        </p:txBody>
      </p:sp>
      <p:sp>
        <p:nvSpPr>
          <p:cNvPr id="2" name="column-x0">
            <a:extLst xmlns:a="http://schemas.openxmlformats.org/drawingml/2006/main">
              <a:ext uri="{FF2B5EF4-FFF2-40B4-BE49-F238E27FC236}">
                <a16:creationId xmlns:a16="http://schemas.microsoft.com/office/drawing/2014/main" id="{B9137515-B4E1-4562-BF9B-80478818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15240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column-x0</a:t>
            </a:r>
          </a:p>
        </p:txBody>
      </p:sp>
      <p:sp>
        <p:nvSpPr>
          <p:cNvPr id="3" name="column-x1">
            <a:extLst xmlns:a="http://schemas.openxmlformats.org/drawingml/2006/main">
              <a:ext uri="{FF2B5EF4-FFF2-40B4-BE49-F238E27FC236}">
                <a16:creationId xmlns:a16="http://schemas.microsoft.com/office/drawing/2014/main" id="{C7858EA0-53F1-4D8A-A4EB-B0399237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28575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column-x1</a:t>
            </a:r>
          </a:p>
        </p:txBody>
      </p:sp>
      <p:sp>
        <p:nvSpPr>
          <p:cNvPr id="4" name="column-x3">
            <a:extLst xmlns:a="http://schemas.openxmlformats.org/drawingml/2006/main">
              <a:ext uri="{FF2B5EF4-FFF2-40B4-BE49-F238E27FC236}">
                <a16:creationId xmlns:a16="http://schemas.microsoft.com/office/drawing/2014/main" id="{B6295F20-2667-4F0A-8BDF-9878C160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1910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column-x3</a:t>
            </a:r>
          </a:p>
        </p:txBody>
      </p:sp>
    </p:spTree>
    <p:extLst>
      <p:ext uri="{BB962C8B-B14F-4D97-AF65-F5344CB8AC3E}">
        <p14:creationId xmlns:p14="http://schemas.microsoft.com/office/powerpoint/2010/main" val="1850973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2EE59981-D1A4-4A31-AC3F-89A1EE1E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Columns separated despite a 1 px overlap</a:t>
            </a:r>
          </a:p>
        </p:txBody>
      </p:sp>
      <p:sp>
        <p:nvSpPr>
          <p:cNvPr id="2" name="overlap1-left-top">
            <a:extLst xmlns:a="http://schemas.openxmlformats.org/drawingml/2006/main">
              <a:ext uri="{FF2B5EF4-FFF2-40B4-BE49-F238E27FC236}">
                <a16:creationId xmlns:a16="http://schemas.microsoft.com/office/drawing/2014/main" id="{9B3DABA8-357B-4FB9-AB53-6C4CCBD3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619250"/>
            <a:ext cx="542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overlap1-left-top</a:t>
            </a:r>
          </a:p>
        </p:txBody>
      </p:sp>
      <p:sp>
        <p:nvSpPr>
          <p:cNvPr id="3" name="overlap1-left-bottom">
            <a:extLst xmlns:a="http://schemas.openxmlformats.org/drawingml/2006/main">
              <a:ext uri="{FF2B5EF4-FFF2-40B4-BE49-F238E27FC236}">
                <a16:creationId xmlns:a16="http://schemas.microsoft.com/office/drawing/2014/main" id="{87F80A2A-2FFD-4CCC-B915-0F3D347E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524250"/>
            <a:ext cx="542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overlap1-left-bottom</a:t>
            </a:r>
          </a:p>
        </p:txBody>
      </p:sp>
      <p:sp>
        <p:nvSpPr>
          <p:cNvPr id="4" name="overlap1-right-top">
            <a:extLst xmlns:a="http://schemas.openxmlformats.org/drawingml/2006/main">
              <a:ext uri="{FF2B5EF4-FFF2-40B4-BE49-F238E27FC236}">
                <a16:creationId xmlns:a16="http://schemas.microsoft.com/office/drawing/2014/main" id="{747CCBD2-3E78-4BEB-9619-F9D9E5B9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1619250"/>
            <a:ext cx="54387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overlap1-right-top</a:t>
            </a:r>
          </a:p>
        </p:txBody>
      </p:sp>
      <p:sp>
        <p:nvSpPr>
          <p:cNvPr id="5" name="overlap1-right-bottom">
            <a:extLst xmlns:a="http://schemas.openxmlformats.org/drawingml/2006/main">
              <a:ext uri="{FF2B5EF4-FFF2-40B4-BE49-F238E27FC236}">
                <a16:creationId xmlns:a16="http://schemas.microsoft.com/office/drawing/2014/main" id="{A78BB058-1B10-4CC9-A4B4-5E4D8A20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3524250"/>
            <a:ext cx="54387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overlap1-right-bottom</a:t>
            </a:r>
          </a:p>
        </p:txBody>
      </p:sp>
    </p:spTree>
    <p:extLst>
      <p:ext uri="{BB962C8B-B14F-4D97-AF65-F5344CB8AC3E}">
        <p14:creationId xmlns:p14="http://schemas.microsoft.com/office/powerpoint/2010/main" val="3182213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4A52E3F2-E401-4292-826F-CCAC165F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24 px overlap forces row-major reading</a:t>
            </a:r>
          </a:p>
        </p:txBody>
      </p:sp>
      <p:sp>
        <p:nvSpPr>
          <p:cNvPr id="2" name="overlap24-left-top">
            <a:extLst xmlns:a="http://schemas.openxmlformats.org/drawingml/2006/main">
              <a:ext uri="{FF2B5EF4-FFF2-40B4-BE49-F238E27FC236}">
                <a16:creationId xmlns:a16="http://schemas.microsoft.com/office/drawing/2014/main" id="{3F30B4E2-1540-43AA-82F2-C49CC99D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619250"/>
            <a:ext cx="5657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overlap24-left-top</a:t>
            </a:r>
          </a:p>
        </p:txBody>
      </p:sp>
      <p:sp>
        <p:nvSpPr>
          <p:cNvPr id="3" name="overlap24-left-bottom">
            <a:extLst xmlns:a="http://schemas.openxmlformats.org/drawingml/2006/main">
              <a:ext uri="{FF2B5EF4-FFF2-40B4-BE49-F238E27FC236}">
                <a16:creationId xmlns:a16="http://schemas.microsoft.com/office/drawing/2014/main" id="{6DF3BA37-9651-4BBD-AFB8-50C5504B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524250"/>
            <a:ext cx="56578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overlap24-left-bottom</a:t>
            </a:r>
          </a:p>
        </p:txBody>
      </p:sp>
      <p:sp>
        <p:nvSpPr>
          <p:cNvPr id="4" name="overlap24-right-top">
            <a:extLst xmlns:a="http://schemas.openxmlformats.org/drawingml/2006/main">
              <a:ext uri="{FF2B5EF4-FFF2-40B4-BE49-F238E27FC236}">
                <a16:creationId xmlns:a16="http://schemas.microsoft.com/office/drawing/2014/main" id="{1092AF10-8CFE-4F4D-B85B-CCDF2955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619250"/>
            <a:ext cx="542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overlap24-right-top</a:t>
            </a:r>
          </a:p>
        </p:txBody>
      </p:sp>
      <p:sp>
        <p:nvSpPr>
          <p:cNvPr id="5" name="overlap24-right-bottom">
            <a:extLst xmlns:a="http://schemas.openxmlformats.org/drawingml/2006/main">
              <a:ext uri="{FF2B5EF4-FFF2-40B4-BE49-F238E27FC236}">
                <a16:creationId xmlns:a16="http://schemas.microsoft.com/office/drawing/2014/main" id="{33BB5C6D-CCF0-4903-B01D-0BF9D9C7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524250"/>
            <a:ext cx="542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overlap24-right-bottom</a:t>
            </a:r>
          </a:p>
        </p:txBody>
      </p:sp>
    </p:spTree>
    <p:extLst>
      <p:ext uri="{BB962C8B-B14F-4D97-AF65-F5344CB8AC3E}">
        <p14:creationId xmlns:p14="http://schemas.microsoft.com/office/powerpoint/2010/main" val="1313754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6115A1E5-83C7-4688-AE8D-9DB19116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0.5 px positive gutter still defines columns</a:t>
            </a:r>
          </a:p>
        </p:txBody>
      </p:sp>
      <p:sp>
        <p:nvSpPr>
          <p:cNvPr id="2" name="gutter-left-top">
            <a:extLst xmlns:a="http://schemas.openxmlformats.org/drawingml/2006/main">
              <a:ext uri="{FF2B5EF4-FFF2-40B4-BE49-F238E27FC236}">
                <a16:creationId xmlns:a16="http://schemas.microsoft.com/office/drawing/2014/main" id="{178B9DC9-078E-456B-9474-A65DBDD3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619250"/>
            <a:ext cx="542448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gutter-left-top</a:t>
            </a:r>
          </a:p>
        </p:txBody>
      </p:sp>
      <p:sp>
        <p:nvSpPr>
          <p:cNvPr id="3" name="gutter-left-bottom">
            <a:extLst xmlns:a="http://schemas.openxmlformats.org/drawingml/2006/main">
              <a:ext uri="{FF2B5EF4-FFF2-40B4-BE49-F238E27FC236}">
                <a16:creationId xmlns:a16="http://schemas.microsoft.com/office/drawing/2014/main" id="{83D3BF3C-8360-41CA-9075-B1E12C60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524250"/>
            <a:ext cx="5424488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gutter-left-bottom</a:t>
            </a:r>
          </a:p>
        </p:txBody>
      </p:sp>
      <p:sp>
        <p:nvSpPr>
          <p:cNvPr id="4" name="gutter-right-top">
            <a:extLst xmlns:a="http://schemas.openxmlformats.org/drawingml/2006/main">
              <a:ext uri="{FF2B5EF4-FFF2-40B4-BE49-F238E27FC236}">
                <a16:creationId xmlns:a16="http://schemas.microsoft.com/office/drawing/2014/main" id="{5D806055-B3FE-4610-B4EA-204F3EC0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619250"/>
            <a:ext cx="542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gutter-right-top</a:t>
            </a:r>
          </a:p>
        </p:txBody>
      </p:sp>
      <p:sp>
        <p:nvSpPr>
          <p:cNvPr id="5" name="gutter-right-bottom">
            <a:extLst xmlns:a="http://schemas.openxmlformats.org/drawingml/2006/main">
              <a:ext uri="{FF2B5EF4-FFF2-40B4-BE49-F238E27FC236}">
                <a16:creationId xmlns:a16="http://schemas.microsoft.com/office/drawing/2014/main" id="{C2421BFE-6726-440B-A123-A39BBECC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524250"/>
            <a:ext cx="542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gutter-right-bottom</a:t>
            </a:r>
          </a:p>
        </p:txBody>
      </p:sp>
    </p:spTree>
    <p:extLst>
      <p:ext uri="{BB962C8B-B14F-4D97-AF65-F5344CB8AC3E}">
        <p14:creationId xmlns:p14="http://schemas.microsoft.com/office/powerpoint/2010/main" val="983551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75EBDE8A-51DF-4F0A-952C-A4F9E57D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Different heights remain on the same visual row</a:t>
            </a:r>
          </a:p>
        </p:txBody>
      </p:sp>
      <p:sp>
        <p:nvSpPr>
          <p:cNvPr id="2" name="height-short">
            <a:extLst xmlns:a="http://schemas.openxmlformats.org/drawingml/2006/main">
              <a:ext uri="{FF2B5EF4-FFF2-40B4-BE49-F238E27FC236}">
                <a16:creationId xmlns:a16="http://schemas.microsoft.com/office/drawing/2014/main" id="{72FD5520-C5B6-45E8-A8F9-112AACC1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190750"/>
            <a:ext cx="323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height-short</a:t>
            </a:r>
          </a:p>
        </p:txBody>
      </p:sp>
      <p:sp>
        <p:nvSpPr>
          <p:cNvPr id="3" name="height-tall">
            <a:extLst xmlns:a="http://schemas.openxmlformats.org/drawingml/2006/main">
              <a:ext uri="{FF2B5EF4-FFF2-40B4-BE49-F238E27FC236}">
                <a16:creationId xmlns:a16="http://schemas.microsoft.com/office/drawing/2014/main" id="{6007DC67-12FB-4351-A72D-0FC06440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190750"/>
            <a:ext cx="3238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height-tall</a:t>
            </a:r>
          </a:p>
        </p:txBody>
      </p:sp>
      <p:sp>
        <p:nvSpPr>
          <p:cNvPr id="4" name="height-medium">
            <a:extLst xmlns:a="http://schemas.openxmlformats.org/drawingml/2006/main">
              <a:ext uri="{FF2B5EF4-FFF2-40B4-BE49-F238E27FC236}">
                <a16:creationId xmlns:a16="http://schemas.microsoft.com/office/drawing/2014/main" id="{06E75905-296E-4BAD-84DC-4265DD64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2190750"/>
            <a:ext cx="323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height-medium</a:t>
            </a:r>
          </a:p>
        </p:txBody>
      </p:sp>
    </p:spTree>
    <p:extLst>
      <p:ext uri="{BB962C8B-B14F-4D97-AF65-F5344CB8AC3E}">
        <p14:creationId xmlns:p14="http://schemas.microsoft.com/office/powerpoint/2010/main" val="477671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86E839EE-0D53-4BC9-8F14-ADAE407B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Full-width regions wrap two independent columns</a:t>
            </a:r>
          </a:p>
        </p:txBody>
      </p:sp>
      <p:sp>
        <p:nvSpPr>
          <p:cNvPr id="2" name="region-intro">
            <a:extLst xmlns:a="http://schemas.openxmlformats.org/drawingml/2006/main">
              <a:ext uri="{FF2B5EF4-FFF2-40B4-BE49-F238E27FC236}">
                <a16:creationId xmlns:a16="http://schemas.microsoft.com/office/drawing/2014/main" id="{0493DC7C-9847-411B-A8B0-7F8C750D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14300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region-intro</a:t>
            </a:r>
          </a:p>
        </p:txBody>
      </p:sp>
      <p:sp>
        <p:nvSpPr>
          <p:cNvPr id="3" name="region-left-1">
            <a:extLst xmlns:a="http://schemas.openxmlformats.org/drawingml/2006/main">
              <a:ext uri="{FF2B5EF4-FFF2-40B4-BE49-F238E27FC236}">
                <a16:creationId xmlns:a16="http://schemas.microsoft.com/office/drawing/2014/main" id="{418DE781-3CE5-4BAD-8637-C6DC91DE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190750"/>
            <a:ext cx="504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region-left-1</a:t>
            </a:r>
          </a:p>
        </p:txBody>
      </p:sp>
      <p:sp>
        <p:nvSpPr>
          <p:cNvPr id="4" name="region-left-2">
            <a:extLst xmlns:a="http://schemas.openxmlformats.org/drawingml/2006/main">
              <a:ext uri="{FF2B5EF4-FFF2-40B4-BE49-F238E27FC236}">
                <a16:creationId xmlns:a16="http://schemas.microsoft.com/office/drawing/2014/main" id="{4A051E85-6746-46B5-8A99-8777A922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333750"/>
            <a:ext cx="504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region-left-2</a:t>
            </a:r>
          </a:p>
        </p:txBody>
      </p:sp>
      <p:sp>
        <p:nvSpPr>
          <p:cNvPr id="5" name="region-right-1">
            <a:extLst xmlns:a="http://schemas.openxmlformats.org/drawingml/2006/main">
              <a:ext uri="{FF2B5EF4-FFF2-40B4-BE49-F238E27FC236}">
                <a16:creationId xmlns:a16="http://schemas.microsoft.com/office/drawing/2014/main" id="{EABA3C1D-9933-4699-B9C8-26F89A8A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2190750"/>
            <a:ext cx="504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region-right-1</a:t>
            </a:r>
          </a:p>
        </p:txBody>
      </p:sp>
      <p:sp>
        <p:nvSpPr>
          <p:cNvPr id="6" name="region-right-2">
            <a:extLst xmlns:a="http://schemas.openxmlformats.org/drawingml/2006/main">
              <a:ext uri="{FF2B5EF4-FFF2-40B4-BE49-F238E27FC236}">
                <a16:creationId xmlns:a16="http://schemas.microsoft.com/office/drawing/2014/main" id="{DDE9AEDB-ABD9-4C39-BE01-F4577F08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333750"/>
            <a:ext cx="504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region-right-2</a:t>
            </a:r>
          </a:p>
        </p:txBody>
      </p:sp>
      <p:sp>
        <p:nvSpPr>
          <p:cNvPr id="7" name="region-conclusion">
            <a:extLst xmlns:a="http://schemas.openxmlformats.org/drawingml/2006/main">
              <a:ext uri="{FF2B5EF4-FFF2-40B4-BE49-F238E27FC236}">
                <a16:creationId xmlns:a16="http://schemas.microsoft.com/office/drawing/2014/main" id="{3FB270C2-904F-4B67-91FE-099D8603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762500"/>
            <a:ext cx="1085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region-conclusion</a:t>
            </a:r>
          </a:p>
        </p:txBody>
      </p:sp>
    </p:spTree>
    <p:extLst>
      <p:ext uri="{BB962C8B-B14F-4D97-AF65-F5344CB8AC3E}">
        <p14:creationId xmlns:p14="http://schemas.microsoft.com/office/powerpoint/2010/main" val="19577263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ase-title">
            <a:extLst xmlns:a="http://schemas.openxmlformats.org/drawingml/2006/main">
              <a:ext uri="{FF2B5EF4-FFF2-40B4-BE49-F238E27FC236}">
                <a16:creationId xmlns:a16="http://schemas.microsoft.com/office/drawing/2014/main" id="{DA332B2D-1F60-4232-BA98-0E67CADB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285750"/>
            <a:ext cx="1139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Empty and whitespace-only shapes do not create blocks</a:t>
            </a:r>
          </a:p>
        </p:txBody>
      </p:sp>
      <p:sp>
        <p:nvSpPr>
          <p:cNvPr id="2" name="empty-shape">
            <a:extLst xmlns:a="http://schemas.openxmlformats.org/drawingml/2006/main">
              <a:ext uri="{FF2B5EF4-FFF2-40B4-BE49-F238E27FC236}">
                <a16:creationId xmlns:a16="http://schemas.microsoft.com/office/drawing/2014/main" id="{47931A48-C2EA-4C46-8FD1-50AFE973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61925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whitespace-shape">
            <a:extLst xmlns:a="http://schemas.openxmlformats.org/drawingml/2006/main">
              <a:ext uri="{FF2B5EF4-FFF2-40B4-BE49-F238E27FC236}">
                <a16:creationId xmlns:a16="http://schemas.microsoft.com/office/drawing/2014/main" id="{BD702162-6200-40B8-9627-291CF99E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619250"/>
            <a:ext cx="542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 </a:t>
            </a:r>
          </a:p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 </a:t>
            </a:r>
          </a:p>
        </p:txBody>
      </p:sp>
      <p:sp>
        <p:nvSpPr>
          <p:cNvPr id="4" name="visible-after-noise">
            <a:extLst xmlns:a="http://schemas.openxmlformats.org/drawingml/2006/main">
              <a:ext uri="{FF2B5EF4-FFF2-40B4-BE49-F238E27FC236}">
                <a16:creationId xmlns:a16="http://schemas.microsoft.com/office/drawing/2014/main" id="{FE3F498C-FA7E-47F5-9D08-CD44931B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3429000"/>
            <a:ext cx="742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visible-after-noise</a:t>
            </a:r>
          </a:p>
        </p:txBody>
      </p:sp>
    </p:spTree>
    <p:extLst>
      <p:ext uri="{BB962C8B-B14F-4D97-AF65-F5344CB8AC3E}">
        <p14:creationId xmlns:p14="http://schemas.microsoft.com/office/powerpoint/2010/main" val="398643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2026-07-13T05:55:44.2150000Z</dcterms:created>
  <dcterms:modified xsi:type="dcterms:W3CDTF">2026-07-13T05:55:44.2150000Z</dcterms:modified>
</coreProperties>
</file>