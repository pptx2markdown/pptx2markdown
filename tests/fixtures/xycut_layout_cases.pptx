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6461ee57c94074" /><Relationship Type="http://schemas.openxmlformats.org/officeDocument/2006/relationships/extended-properties" Target="/docProps/app.xml" Id="R783aa4bdf61a4435" /><Relationship Type="http://schemas.openxmlformats.org/officeDocument/2006/relationships/officeDocument" Target="/ppt/presentation.xml" Id="R7eea86ab971549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5d0d403f8c4dbc"/>
  </p:sldMasterIdLst>
  <p:notesMasterIdLst>
    <p:notesMasterId xmlns:r="http://schemas.openxmlformats.org/officeDocument/2006/relationships" r:id="R349abdd1bc1e4f86"/>
  </p:notesMasterIdLst>
  <p:sldIdLst>
    <p:sldId xmlns:r="http://schemas.openxmlformats.org/officeDocument/2006/relationships" id="256" r:id="R0d19fb77a2d64d5b"/>
    <p:sldId xmlns:r="http://schemas.openxmlformats.org/officeDocument/2006/relationships" id="257" r:id="R0ef8d96069aa4b79"/>
    <p:sldId xmlns:r="http://schemas.openxmlformats.org/officeDocument/2006/relationships" id="258" r:id="R54dbb5d3f4fe4422"/>
    <p:sldId xmlns:r="http://schemas.openxmlformats.org/officeDocument/2006/relationships" id="259" r:id="R48382ce9a7d44c5e"/>
    <p:sldId xmlns:r="http://schemas.openxmlformats.org/officeDocument/2006/relationships" id="260" r:id="Ra2f12e4f83a84445"/>
    <p:sldId xmlns:r="http://schemas.openxmlformats.org/officeDocument/2006/relationships" id="261" r:id="R65097c5320ca46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6260c1586c4ee5" /><Relationship Type="http://schemas.openxmlformats.org/officeDocument/2006/relationships/slideMaster" Target="/ppt/slideMasters/slideMaster1.xml" Id="R6b5d0d403f8c4dbc" /><Relationship Type="http://schemas.openxmlformats.org/officeDocument/2006/relationships/notesMaster" Target="/ppt/notesMasters/notesMaster1.xml" Id="R349abdd1bc1e4f86" /><Relationship Type="http://schemas.openxmlformats.org/officeDocument/2006/relationships/presProps" Target="/ppt/presProps.xml" Id="Rb3ccfef0fa5c4b02" /><Relationship Type="http://schemas.openxmlformats.org/officeDocument/2006/relationships/tableStyles" Target="/ppt/tableStyles.xml" Id="R7f2f2403af1c4d4d" /><Relationship Type="http://schemas.openxmlformats.org/officeDocument/2006/relationships/slide" Target="/ppt/slides/slide1.xml" Id="R0d19fb77a2d64d5b" /><Relationship Type="http://schemas.openxmlformats.org/officeDocument/2006/relationships/slide" Target="/ppt/slides/slide2.xml" Id="R0ef8d96069aa4b79" /><Relationship Type="http://schemas.openxmlformats.org/officeDocument/2006/relationships/slide" Target="/ppt/slides/slide3.xml" Id="R54dbb5d3f4fe4422" /><Relationship Type="http://schemas.openxmlformats.org/officeDocument/2006/relationships/slide" Target="/ppt/slides/slide4.xml" Id="R48382ce9a7d44c5e" /><Relationship Type="http://schemas.openxmlformats.org/officeDocument/2006/relationships/slide" Target="/ppt/slides/slide5.xml" Id="Ra2f12e4f83a84445" /><Relationship Type="http://schemas.openxmlformats.org/officeDocument/2006/relationships/slide" Target="/ppt/slides/slide6.xml" Id="R65097c5320ca46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f04665aebc48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b39c8a7bbc4e8d" /><Relationship Type="http://schemas.openxmlformats.org/officeDocument/2006/relationships/notesMaster" Target="/ppt/notesMasters/notesMaster1.xml" Id="Rb3002ffa7d004e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205dd7afdc412a" /><Relationship Type="http://schemas.openxmlformats.org/officeDocument/2006/relationships/notesMaster" Target="/ppt/notesMasters/notesMaster1.xml" Id="R73c5e0bbb91e4c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1e867002544c0b" /><Relationship Type="http://schemas.openxmlformats.org/officeDocument/2006/relationships/notesMaster" Target="/ppt/notesMasters/notesMaster1.xml" Id="R95822dde911f46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4598e97f38480f" /><Relationship Type="http://schemas.openxmlformats.org/officeDocument/2006/relationships/notesMaster" Target="/ppt/notesMasters/notesMaster1.xml" Id="Rec57a768913b4a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fa658901084b2b" /><Relationship Type="http://schemas.openxmlformats.org/officeDocument/2006/relationships/notesMaster" Target="/ppt/notesMasters/notesMaster1.xml" Id="Rb1e043b749f149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58405aea534eb2" /><Relationship Type="http://schemas.openxmlformats.org/officeDocument/2006/relationships/notesMaster" Target="/ppt/notesMasters/notesMaster1.xml" Id="R1009c4b33f6742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240062e4c46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91aeb34b914074" /><Relationship Type="http://schemas.openxmlformats.org/officeDocument/2006/relationships/slideLayout" Target="/ppt/slideLayouts/slideLayout1.xml" Id="Ra96322fd97f147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6322fd97f147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538f03ffe4d7b" /><Relationship Type="http://schemas.openxmlformats.org/officeDocument/2006/relationships/notesSlide" Target="/ppt/notesSlides/notesSlide1.xml" Id="R46fbac4def134c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e507fbfa04cfa" /><Relationship Type="http://schemas.openxmlformats.org/officeDocument/2006/relationships/notesSlide" Target="/ppt/notesSlides/notesSlide2.xml" Id="R7cbe352b640e4d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c23846f6c4daa" /><Relationship Type="http://schemas.openxmlformats.org/officeDocument/2006/relationships/notesSlide" Target="/ppt/notesSlides/notesSlide3.xml" Id="Re42aa4ce06834f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ca632db1b4b3c" /><Relationship Type="http://schemas.openxmlformats.org/officeDocument/2006/relationships/notesSlide" Target="/ppt/notesSlides/notesSlide4.xml" Id="Rb24e1c0aa6ee4b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a6305911d4c97" /><Relationship Type="http://schemas.openxmlformats.org/officeDocument/2006/relationships/notesSlide" Target="/ppt/notesSlides/notesSlide5.xml" Id="Ra2f3f91c1aad4b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10b04141d4bac" /><Relationship Type="http://schemas.openxmlformats.org/officeDocument/2006/relationships/notesSlide" Target="/ppt/notesSlides/notesSlide6.xml" Id="R70aa5199b02148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3195782B-528D-4AB6-96A5-056C9279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0A1B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L1 TITLE — full width above two columns</a:t>
            </a:r>
          </a:p>
        </p:txBody>
      </p:sp>
      <p:sp>
        <p:nvSpPr>
          <p:cNvPr id="2" name="l1-left-a">
            <a:extLst xmlns:a="http://schemas.openxmlformats.org/drawingml/2006/main">
              <a:ext uri="{FF2B5EF4-FFF2-40B4-BE49-F238E27FC236}">
                <a16:creationId xmlns:a16="http://schemas.microsoft.com/office/drawing/2014/main" id="{00DDDF67-FFC0-4923-8911-89007154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1910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L1 LEFT A</a:t>
            </a:r>
          </a:p>
        </p:txBody>
      </p:sp>
      <p:sp>
        <p:nvSpPr>
          <p:cNvPr id="3" name="l1-left-b">
            <a:extLst xmlns:a="http://schemas.openxmlformats.org/drawingml/2006/main">
              <a:ext uri="{FF2B5EF4-FFF2-40B4-BE49-F238E27FC236}">
                <a16:creationId xmlns:a16="http://schemas.microsoft.com/office/drawing/2014/main" id="{A45114F8-3FB0-4933-916B-A2D6AD0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1910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L1 LEFT B</a:t>
            </a:r>
          </a:p>
        </p:txBody>
      </p:sp>
      <p:sp>
        <p:nvSpPr>
          <p:cNvPr id="4" name="l1-right-a">
            <a:extLst xmlns:a="http://schemas.openxmlformats.org/drawingml/2006/main">
              <a:ext uri="{FF2B5EF4-FFF2-40B4-BE49-F238E27FC236}">
                <a16:creationId xmlns:a16="http://schemas.microsoft.com/office/drawing/2014/main" id="{1F830FBF-CCCB-4097-B89F-CAFD7473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41910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L1 RIGHT A</a:t>
            </a:r>
          </a:p>
        </p:txBody>
      </p:sp>
      <p:sp>
        <p:nvSpPr>
          <p:cNvPr id="5" name="l1-right-b">
            <a:extLst xmlns:a="http://schemas.openxmlformats.org/drawingml/2006/main">
              <a:ext uri="{FF2B5EF4-FFF2-40B4-BE49-F238E27FC236}">
                <a16:creationId xmlns:a16="http://schemas.microsoft.com/office/drawing/2014/main" id="{54F46227-2ECB-4589-B939-D767834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41910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L1 RIGHT B</a:t>
            </a:r>
          </a:p>
        </p:txBody>
      </p:sp>
    </p:spTree>
    <p:extLst>
      <p:ext uri="{BB962C8B-B14F-4D97-AF65-F5344CB8AC3E}">
        <p14:creationId xmlns:p14="http://schemas.microsoft.com/office/powerpoint/2010/main" val="592409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B14B6F01-4D9C-44BF-A13A-11C34156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0A1B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L2 TITLE — three independent columns</a:t>
            </a:r>
          </a:p>
        </p:txBody>
      </p:sp>
      <p:sp>
        <p:nvSpPr>
          <p:cNvPr id="2" name="l2-c1-a">
            <a:extLst xmlns:a="http://schemas.openxmlformats.org/drawingml/2006/main">
              <a:ext uri="{FF2B5EF4-FFF2-40B4-BE49-F238E27FC236}">
                <a16:creationId xmlns:a16="http://schemas.microsoft.com/office/drawing/2014/main" id="{0AA255B9-07FB-45FA-A26B-8864100D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143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L2 C1 A</a:t>
            </a:r>
          </a:p>
        </p:txBody>
      </p:sp>
      <p:sp>
        <p:nvSpPr>
          <p:cNvPr id="3" name="l2-c1-b">
            <a:extLst xmlns:a="http://schemas.openxmlformats.org/drawingml/2006/main">
              <a:ext uri="{FF2B5EF4-FFF2-40B4-BE49-F238E27FC236}">
                <a16:creationId xmlns:a16="http://schemas.microsoft.com/office/drawing/2014/main" id="{49D5E4CA-8D21-426A-9B04-4E1D1D8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143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L2 C1 B</a:t>
            </a:r>
          </a:p>
        </p:txBody>
      </p:sp>
      <p:sp>
        <p:nvSpPr>
          <p:cNvPr id="4" name="l2-c2-a">
            <a:extLst xmlns:a="http://schemas.openxmlformats.org/drawingml/2006/main">
              <a:ext uri="{FF2B5EF4-FFF2-40B4-BE49-F238E27FC236}">
                <a16:creationId xmlns:a16="http://schemas.microsoft.com/office/drawing/2014/main" id="{E5604C0B-ED41-4BBD-8198-C2B701DC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143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L2 C2 A</a:t>
            </a:r>
          </a:p>
        </p:txBody>
      </p:sp>
      <p:sp>
        <p:nvSpPr>
          <p:cNvPr id="5" name="l2-c2-b">
            <a:extLst xmlns:a="http://schemas.openxmlformats.org/drawingml/2006/main">
              <a:ext uri="{FF2B5EF4-FFF2-40B4-BE49-F238E27FC236}">
                <a16:creationId xmlns:a16="http://schemas.microsoft.com/office/drawing/2014/main" id="{3B745BE3-29FE-44A9-8C93-D69311B6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10000"/>
            <a:ext cx="3143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L2 C2 B</a:t>
            </a:r>
          </a:p>
        </p:txBody>
      </p:sp>
      <p:sp>
        <p:nvSpPr>
          <p:cNvPr id="6" name="l2-c3-a">
            <a:extLst xmlns:a="http://schemas.openxmlformats.org/drawingml/2006/main">
              <a:ext uri="{FF2B5EF4-FFF2-40B4-BE49-F238E27FC236}">
                <a16:creationId xmlns:a16="http://schemas.microsoft.com/office/drawing/2014/main" id="{C00BF531-F0B1-43B0-A34A-4EF07D1C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143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L2 C3 A</a:t>
            </a:r>
          </a:p>
        </p:txBody>
      </p:sp>
      <p:sp>
        <p:nvSpPr>
          <p:cNvPr id="7" name="l2-c3-b">
            <a:extLst xmlns:a="http://schemas.openxmlformats.org/drawingml/2006/main">
              <a:ext uri="{FF2B5EF4-FFF2-40B4-BE49-F238E27FC236}">
                <a16:creationId xmlns:a16="http://schemas.microsoft.com/office/drawing/2014/main" id="{418986EC-AF71-4EC0-B2F9-3645302B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3143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L2 C3 B</a:t>
            </a:r>
          </a:p>
        </p:txBody>
      </p:sp>
    </p:spTree>
    <p:extLst>
      <p:ext uri="{BB962C8B-B14F-4D97-AF65-F5344CB8AC3E}">
        <p14:creationId xmlns:p14="http://schemas.microsoft.com/office/powerpoint/2010/main" val="860516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001E8060-1D66-4905-9483-BE0C5492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0A1B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L3 TITLE — section divider exposes lower columns</a:t>
            </a:r>
          </a:p>
        </p:txBody>
      </p:sp>
      <p:sp>
        <p:nvSpPr>
          <p:cNvPr id="2" name="l3-divider">
            <a:extLst xmlns:a="http://schemas.openxmlformats.org/drawingml/2006/main">
              <a:ext uri="{FF2B5EF4-FFF2-40B4-BE49-F238E27FC236}">
                <a16:creationId xmlns:a16="http://schemas.microsoft.com/office/drawing/2014/main" id="{790ED4AC-7CB9-46AC-B976-DAD0DBCC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8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L3 FULL WIDTH DIVIDER</a:t>
            </a:r>
          </a:p>
        </p:txBody>
      </p:sp>
      <p:sp>
        <p:nvSpPr>
          <p:cNvPr id="3" name="l3-left-a">
            <a:extLst xmlns:a="http://schemas.openxmlformats.org/drawingml/2006/main">
              <a:ext uri="{FF2B5EF4-FFF2-40B4-BE49-F238E27FC236}">
                <a16:creationId xmlns:a16="http://schemas.microsoft.com/office/drawing/2014/main" id="{8D760F26-6E1D-4869-AC7D-25C12CA3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095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L3 LEFT A</a:t>
            </a:r>
          </a:p>
        </p:txBody>
      </p:sp>
      <p:sp>
        <p:nvSpPr>
          <p:cNvPr id="4" name="l3-left-b">
            <a:extLst xmlns:a="http://schemas.openxmlformats.org/drawingml/2006/main">
              <a:ext uri="{FF2B5EF4-FFF2-40B4-BE49-F238E27FC236}">
                <a16:creationId xmlns:a16="http://schemas.microsoft.com/office/drawing/2014/main" id="{7072B4DB-5745-4A25-BBF0-AB550542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4095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L3 LEFT B</a:t>
            </a:r>
          </a:p>
        </p:txBody>
      </p:sp>
      <p:sp>
        <p:nvSpPr>
          <p:cNvPr id="5" name="l3-right-a">
            <a:extLst xmlns:a="http://schemas.openxmlformats.org/drawingml/2006/main">
              <a:ext uri="{FF2B5EF4-FFF2-40B4-BE49-F238E27FC236}">
                <a16:creationId xmlns:a16="http://schemas.microsoft.com/office/drawing/2014/main" id="{0EDFCDCE-59CE-4758-B739-FAC2C8D8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95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L3 RIGHT A</a:t>
            </a:r>
          </a:p>
        </p:txBody>
      </p:sp>
      <p:sp>
        <p:nvSpPr>
          <p:cNvPr id="6" name="l3-right-b">
            <a:extLst xmlns:a="http://schemas.openxmlformats.org/drawingml/2006/main">
              <a:ext uri="{FF2B5EF4-FFF2-40B4-BE49-F238E27FC236}">
                <a16:creationId xmlns:a16="http://schemas.microsoft.com/office/drawing/2014/main" id="{3122664D-2CC5-418F-923B-F0DA5708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72000"/>
            <a:ext cx="4095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L3 RIGHT B</a:t>
            </a:r>
          </a:p>
        </p:txBody>
      </p:sp>
    </p:spTree>
    <p:extLst>
      <p:ext uri="{BB962C8B-B14F-4D97-AF65-F5344CB8AC3E}">
        <p14:creationId xmlns:p14="http://schemas.microsoft.com/office/powerpoint/2010/main" val="1847257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81285074-C9D6-48A1-AD84-9C0F907F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0A1B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L4 TITLE — identical bounds use XML order</a:t>
            </a:r>
          </a:p>
        </p:txBody>
      </p:sp>
      <p:sp>
        <p:nvSpPr>
          <p:cNvPr id="2" name="l4-back">
            <a:extLst xmlns:a="http://schemas.openxmlformats.org/drawingml/2006/main">
              <a:ext uri="{FF2B5EF4-FFF2-40B4-BE49-F238E27FC236}">
                <a16:creationId xmlns:a16="http://schemas.microsoft.com/office/drawing/2014/main" id="{6D159F58-6AD6-475C-A880-7B3FE02E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57150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L4 BACK</a:t>
            </a:r>
          </a:p>
        </p:txBody>
      </p:sp>
      <p:sp>
        <p:nvSpPr>
          <p:cNvPr id="3" name="l4-front">
            <a:extLst xmlns:a="http://schemas.openxmlformats.org/drawingml/2006/main">
              <a:ext uri="{FF2B5EF4-FFF2-40B4-BE49-F238E27FC236}">
                <a16:creationId xmlns:a16="http://schemas.microsoft.com/office/drawing/2014/main" id="{ECA9DE4E-9FA3-4157-B319-E1427CFE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57150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E4E6">
              <a:alpha val="80000"/>
            </a:srgbClr>
          </a:solidFill>
          <a:ln xmlns:a="http://schemas.openxmlformats.org/drawingml/2006/main" w="9525">
            <a:solidFill>
              <a:srgbClr val="FF637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L4 FRONT</a:t>
            </a:r>
          </a:p>
        </p:txBody>
      </p:sp>
      <p:sp>
        <p:nvSpPr>
          <p:cNvPr id="4" name="l4-below">
            <a:extLst xmlns:a="http://schemas.openxmlformats.org/drawingml/2006/main">
              <a:ext uri="{FF2B5EF4-FFF2-40B4-BE49-F238E27FC236}">
                <a16:creationId xmlns:a16="http://schemas.microsoft.com/office/drawing/2014/main" id="{3AABC65F-EFFF-4E27-93F5-8879D7AD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57150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L4 BELOW</a:t>
            </a:r>
          </a:p>
        </p:txBody>
      </p:sp>
    </p:spTree>
    <p:extLst>
      <p:ext uri="{BB962C8B-B14F-4D97-AF65-F5344CB8AC3E}">
        <p14:creationId xmlns:p14="http://schemas.microsoft.com/office/powerpoint/2010/main" val="250669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BADFF31E-C56B-49BF-A225-93462303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0A1B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L5 TITLE — rotation does not change bbox policy</a:t>
            </a:r>
          </a:p>
        </p:txBody>
      </p:sp>
      <p:sp>
        <p:nvSpPr>
          <p:cNvPr id="2" name="l5-left">
            <a:extLst xmlns:a="http://schemas.openxmlformats.org/drawingml/2006/main">
              <a:ext uri="{FF2B5EF4-FFF2-40B4-BE49-F238E27FC236}">
                <a16:creationId xmlns:a16="http://schemas.microsoft.com/office/drawing/2014/main" id="{BBFABB81-796C-44F3-B5F6-05B2AAF1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143000" y="2095500"/>
            <a:ext cx="4095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0D49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L5 LEFT ROTATED</a:t>
            </a:r>
          </a:p>
        </p:txBody>
      </p:sp>
      <p:sp>
        <p:nvSpPr>
          <p:cNvPr id="3" name="l5-right">
            <a:extLst xmlns:a="http://schemas.openxmlformats.org/drawingml/2006/main">
              <a:ext uri="{FF2B5EF4-FFF2-40B4-BE49-F238E27FC236}">
                <a16:creationId xmlns:a16="http://schemas.microsoft.com/office/drawing/2014/main" id="{A662F6C0-D886-41FE-BC3D-F1ED13F0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6953250" y="2095500"/>
            <a:ext cx="4095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A684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L5 RIGHT ROTATED</a:t>
            </a:r>
          </a:p>
        </p:txBody>
      </p:sp>
      <p:sp>
        <p:nvSpPr>
          <p:cNvPr id="4" name="l5-left-lower">
            <a:extLst xmlns:a="http://schemas.openxmlformats.org/drawingml/2006/main">
              <a:ext uri="{FF2B5EF4-FFF2-40B4-BE49-F238E27FC236}">
                <a16:creationId xmlns:a16="http://schemas.microsoft.com/office/drawing/2014/main" id="{B85B21B2-8650-4CC2-A438-FE7BFBDF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4095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L5 LEFT LOWER</a:t>
            </a:r>
          </a:p>
        </p:txBody>
      </p:sp>
      <p:sp>
        <p:nvSpPr>
          <p:cNvPr id="5" name="l5-right-lower">
            <a:extLst xmlns:a="http://schemas.openxmlformats.org/drawingml/2006/main">
              <a:ext uri="{FF2B5EF4-FFF2-40B4-BE49-F238E27FC236}">
                <a16:creationId xmlns:a16="http://schemas.microsoft.com/office/drawing/2014/main" id="{490AE30E-3624-4615-878B-34943D03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095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L5 RIGHT LOWER</a:t>
            </a:r>
          </a:p>
        </p:txBody>
      </p:sp>
    </p:spTree>
    <p:extLst>
      <p:ext uri="{BB962C8B-B14F-4D97-AF65-F5344CB8AC3E}">
        <p14:creationId xmlns:p14="http://schemas.microsoft.com/office/powerpoint/2010/main" val="284447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2CEECA3D-B69F-41CE-8F40-B6EF3617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90A1B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L6 TITLE — text and native table share one order</a:t>
            </a:r>
          </a:p>
        </p:txBody>
      </p:sp>
      <p:sp>
        <p:nvSpPr>
          <p:cNvPr id="2" name="l6-narrative">
            <a:extLst xmlns:a="http://schemas.openxmlformats.org/drawingml/2006/main">
              <a:ext uri="{FF2B5EF4-FFF2-40B4-BE49-F238E27FC236}">
                <a16:creationId xmlns:a16="http://schemas.microsoft.com/office/drawing/2014/main" id="{07270161-6C78-4C00-BF3F-DB55315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337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0D3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L6 NARRATIVE</a:t>
            </a:r>
          </a:p>
        </p:txBody>
      </p:sp>
      <p:sp>
        <p:nvSpPr>
          <p:cNvPr id="3" name="l6-connector">
            <a:extLst xmlns:a="http://schemas.openxmlformats.org/drawingml/2006/main">
              <a:ext uri="{FF2B5EF4-FFF2-40B4-BE49-F238E27FC236}">
                <a16:creationId xmlns:a16="http://schemas.microsoft.com/office/drawing/2014/main" id="{FD121FBA-F105-415E-AE66-6C8DC05C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48E"/>
            </a:solidFill>
            <a:prstDash val="solid"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429250" y="1809750"/>
          <a:ext xmlns:a="http://schemas.openxmlformats.org/drawingml/2006/main" cx="581025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05125"/>
                <a:gridCol w="2905125"/>
              </a:tblGrid>
              <a:tr h="8255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t>Beta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657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2026-07-12T19:39:10.8000000Z</dcterms:created>
  <dcterms:modified xsi:type="dcterms:W3CDTF">2026-07-12T19:39:10.8000000Z</dcterms:modified>
</coreProperties>
</file>